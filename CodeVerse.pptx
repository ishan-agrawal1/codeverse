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8" r:id="rId13"/>
    <p:sldId id="271" r:id="rId14"/>
  </p:sldIdLst>
  <p:sldSz cx="12192000" cy="6858000"/>
  <p:notesSz cx="6858000" cy="12192000"/>
  <p:embeddedFontLs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46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epository-images.githubusercontent.com/b4f9acbbf87705ae261a305e354e851009512542"/>
          <p:cNvPicPr>
            <a:picLocks noChangeAspect="1"/>
          </p:cNvPicPr>
          <p:nvPr/>
        </p:nvPicPr>
        <p:blipFill>
          <a:blip r:embed="rId3">
            <a:alphaModFix amt="30000"/>
          </a:blip>
          <a:srcRect l="6944" r="69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2325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81A1B">
                  <a:alpha val="80000"/>
                </a:srgbClr>
              </a:gs>
              <a:gs pos="50000">
                <a:srgbClr val="181A1B">
                  <a:alpha val="90000"/>
                </a:srgbClr>
              </a:gs>
              <a:gs pos="100000">
                <a:srgbClr val="181A1B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64199" y="259199"/>
            <a:ext cx="4063365" cy="548640"/>
          </a:xfrm>
          <a:custGeom>
            <a:avLst/>
            <a:gdLst/>
            <a:ahLst/>
            <a:cxnLst/>
            <a:rect l="l" t="t" r="r" b="b"/>
            <a:pathLst>
              <a:path w="4063365" h="548640">
                <a:moveTo>
                  <a:pt x="76201" y="0"/>
                </a:moveTo>
                <a:lnTo>
                  <a:pt x="3987164" y="0"/>
                </a:lnTo>
                <a:cubicBezTo>
                  <a:pt x="4029249" y="0"/>
                  <a:pt x="4063365" y="34116"/>
                  <a:pt x="4063365" y="76201"/>
                </a:cubicBezTo>
                <a:lnTo>
                  <a:pt x="4063365" y="472439"/>
                </a:lnTo>
                <a:cubicBezTo>
                  <a:pt x="4063365" y="514524"/>
                  <a:pt x="4029249" y="548640"/>
                  <a:pt x="3987164" y="548640"/>
                </a:cubicBezTo>
                <a:lnTo>
                  <a:pt x="76201" y="548640"/>
                </a:lnTo>
                <a:cubicBezTo>
                  <a:pt x="34144" y="548640"/>
                  <a:pt x="0" y="514496"/>
                  <a:pt x="0" y="47243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19469" y="403979"/>
            <a:ext cx="355294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18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TECHNOLOGY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2675" y="1341120"/>
            <a:ext cx="261520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79310" y="1341120"/>
            <a:ext cx="2806303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Verse 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90681" y="310250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7"/>
          <p:cNvSpPr/>
          <p:nvPr/>
        </p:nvSpPr>
        <p:spPr>
          <a:xfrm>
            <a:off x="2938344" y="307412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Ishan Agrawal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38355" y="312350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0" y="42863"/>
                </a:lnTo>
                <a:close/>
                <a:moveTo>
                  <a:pt x="0" y="64294"/>
                </a:moveTo>
                <a:lnTo>
                  <a:pt x="257175" y="64294"/>
                </a:lnTo>
                <a:lnTo>
                  <a:pt x="257175" y="185738"/>
                </a:lnTo>
                <a:cubicBezTo>
                  <a:pt x="257175" y="201498"/>
                  <a:pt x="244361" y="214313"/>
                  <a:pt x="22860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4294"/>
                </a:lnTo>
                <a:close/>
                <a:moveTo>
                  <a:pt x="110416" y="185738"/>
                </a:moveTo>
                <a:cubicBezTo>
                  <a:pt x="119435" y="185738"/>
                  <a:pt x="126176" y="177076"/>
                  <a:pt x="120417" y="170111"/>
                </a:cubicBezTo>
                <a:cubicBezTo>
                  <a:pt x="113854" y="162208"/>
                  <a:pt x="103942" y="157163"/>
                  <a:pt x="92869" y="157163"/>
                </a:cubicBezTo>
                <a:lnTo>
                  <a:pt x="64294" y="157163"/>
                </a:lnTo>
                <a:cubicBezTo>
                  <a:pt x="53221" y="157163"/>
                  <a:pt x="43309" y="162208"/>
                  <a:pt x="36746" y="170111"/>
                </a:cubicBezTo>
                <a:cubicBezTo>
                  <a:pt x="30986" y="177076"/>
                  <a:pt x="37728" y="185738"/>
                  <a:pt x="46747" y="185738"/>
                </a:cubicBezTo>
                <a:lnTo>
                  <a:pt x="110371" y="185738"/>
                </a:lnTo>
                <a:close/>
                <a:moveTo>
                  <a:pt x="78581" y="139303"/>
                </a:moveTo>
                <a:cubicBezTo>
                  <a:pt x="92381" y="139303"/>
                  <a:pt x="103584" y="128100"/>
                  <a:pt x="103584" y="114300"/>
                </a:cubicBezTo>
                <a:cubicBezTo>
                  <a:pt x="103584" y="100500"/>
                  <a:pt x="92381" y="89297"/>
                  <a:pt x="78581" y="89297"/>
                </a:cubicBezTo>
                <a:cubicBezTo>
                  <a:pt x="64782" y="89297"/>
                  <a:pt x="53578" y="100500"/>
                  <a:pt x="53578" y="114300"/>
                </a:cubicBezTo>
                <a:cubicBezTo>
                  <a:pt x="53578" y="128100"/>
                  <a:pt x="64782" y="139303"/>
                  <a:pt x="78581" y="139303"/>
                </a:cubicBezTo>
                <a:close/>
                <a:moveTo>
                  <a:pt x="160734" y="92869"/>
                </a:moveTo>
                <a:cubicBezTo>
                  <a:pt x="154796" y="92869"/>
                  <a:pt x="150019" y="97646"/>
                  <a:pt x="150019" y="103584"/>
                </a:cubicBezTo>
                <a:cubicBezTo>
                  <a:pt x="150019" y="109523"/>
                  <a:pt x="154796" y="114300"/>
                  <a:pt x="160734" y="114300"/>
                </a:cubicBezTo>
                <a:lnTo>
                  <a:pt x="210741" y="114300"/>
                </a:lnTo>
                <a:cubicBezTo>
                  <a:pt x="216679" y="114300"/>
                  <a:pt x="221456" y="109523"/>
                  <a:pt x="221456" y="103584"/>
                </a:cubicBezTo>
                <a:cubicBezTo>
                  <a:pt x="221456" y="97646"/>
                  <a:pt x="216679" y="92869"/>
                  <a:pt x="210741" y="92869"/>
                </a:cubicBezTo>
                <a:lnTo>
                  <a:pt x="160734" y="92869"/>
                </a:lnTo>
                <a:close/>
                <a:moveTo>
                  <a:pt x="160734" y="135731"/>
                </a:moveTo>
                <a:cubicBezTo>
                  <a:pt x="154796" y="135731"/>
                  <a:pt x="150019" y="140509"/>
                  <a:pt x="150019" y="146447"/>
                </a:cubicBezTo>
                <a:cubicBezTo>
                  <a:pt x="150019" y="152385"/>
                  <a:pt x="154796" y="157163"/>
                  <a:pt x="160734" y="157163"/>
                </a:cubicBezTo>
                <a:lnTo>
                  <a:pt x="210741" y="157163"/>
                </a:lnTo>
                <a:cubicBezTo>
                  <a:pt x="216679" y="157163"/>
                  <a:pt x="221456" y="152385"/>
                  <a:pt x="221456" y="146447"/>
                </a:cubicBezTo>
                <a:cubicBezTo>
                  <a:pt x="221456" y="140509"/>
                  <a:pt x="216679" y="135731"/>
                  <a:pt x="210741" y="135731"/>
                </a:cubicBezTo>
                <a:lnTo>
                  <a:pt x="160734" y="1357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7096125" y="3111443"/>
            <a:ext cx="1973230" cy="24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202452321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90681" y="548259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1"/>
          <p:cNvSpPr/>
          <p:nvPr/>
        </p:nvSpPr>
        <p:spPr>
          <a:xfrm>
            <a:off x="2938344" y="546354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 Technology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34175" y="54825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3"/>
          <p:cNvSpPr/>
          <p:nvPr/>
        </p:nvSpPr>
        <p:spPr>
          <a:xfrm>
            <a:off x="6993484" y="5463540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Institute: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IIIT VADODARA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948967" y="633351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8" name="Text 15"/>
          <p:cNvSpPr/>
          <p:nvPr/>
        </p:nvSpPr>
        <p:spPr>
          <a:xfrm>
            <a:off x="4216083" y="6323791"/>
            <a:ext cx="470368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Semester: IV | Academic Year: 2026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FC2F4-0D29-2634-E640-305F10EA3655}"/>
              </a:ext>
            </a:extLst>
          </p:cNvPr>
          <p:cNvSpPr txBox="1"/>
          <p:nvPr/>
        </p:nvSpPr>
        <p:spPr>
          <a:xfrm>
            <a:off x="5784979" y="1819471"/>
            <a:ext cx="617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0AAB3"/>
                </a:solidFill>
                <a:latin typeface="Liter" pitchFamily="34" charset="0"/>
              </a:rPr>
              <a:t>A real-time </a:t>
            </a:r>
            <a:r>
              <a:rPr lang="en-US" sz="2800" b="1">
                <a:solidFill>
                  <a:srgbClr val="A0AAB3"/>
                </a:solidFill>
                <a:latin typeface="Liter" pitchFamily="34" charset="0"/>
              </a:rPr>
              <a:t>collaborative code </a:t>
            </a:r>
            <a:r>
              <a:rPr lang="en-US" sz="2800" b="1" dirty="0">
                <a:solidFill>
                  <a:srgbClr val="A0AAB3"/>
                </a:solidFill>
                <a:latin typeface="Liter" pitchFamily="34" charset="0"/>
              </a:rPr>
              <a:t>editor</a:t>
            </a:r>
            <a:endParaRPr lang="en-IN" sz="2800" b="1" dirty="0">
              <a:solidFill>
                <a:srgbClr val="A0AAB3"/>
              </a:solidFill>
              <a:latin typeface="Liter" pitchFamily="34" charset="0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52107A4C-9D4A-B387-9535-378683C2A6A7}"/>
              </a:ext>
            </a:extLst>
          </p:cNvPr>
          <p:cNvSpPr/>
          <p:nvPr/>
        </p:nvSpPr>
        <p:spPr>
          <a:xfrm>
            <a:off x="2590681" y="378184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1F06FEE8-F7A3-FCE3-A46A-18B870CE92A1}"/>
              </a:ext>
            </a:extLst>
          </p:cNvPr>
          <p:cNvSpPr/>
          <p:nvPr/>
        </p:nvSpPr>
        <p:spPr>
          <a:xfrm>
            <a:off x="2575983" y="45146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225F7F90-F701-CCC3-B64C-CA343B018B7A}"/>
              </a:ext>
            </a:extLst>
          </p:cNvPr>
          <p:cNvSpPr/>
          <p:nvPr/>
        </p:nvSpPr>
        <p:spPr>
          <a:xfrm>
            <a:off x="2925873" y="3774843"/>
            <a:ext cx="1711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Happy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85BC8A90-2250-13EC-E31C-00ED6AAE0AA7}"/>
              </a:ext>
            </a:extLst>
          </p:cNvPr>
          <p:cNvSpPr/>
          <p:nvPr/>
        </p:nvSpPr>
        <p:spPr>
          <a:xfrm>
            <a:off x="2938344" y="4499688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Abhishek </a:t>
            </a:r>
            <a:r>
              <a:rPr lang="en-US" sz="1500" dirty="0" err="1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Biban</a:t>
            </a:r>
            <a:endParaRPr lang="en-US" sz="16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725A8A2-5E3B-FFD7-771B-0FF8BFC96EB7}"/>
              </a:ext>
            </a:extLst>
          </p:cNvPr>
          <p:cNvSpPr/>
          <p:nvPr/>
        </p:nvSpPr>
        <p:spPr>
          <a:xfrm>
            <a:off x="6762167" y="378881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0" y="42863"/>
                </a:lnTo>
                <a:close/>
                <a:moveTo>
                  <a:pt x="0" y="64294"/>
                </a:moveTo>
                <a:lnTo>
                  <a:pt x="257175" y="64294"/>
                </a:lnTo>
                <a:lnTo>
                  <a:pt x="257175" y="185738"/>
                </a:lnTo>
                <a:cubicBezTo>
                  <a:pt x="257175" y="201498"/>
                  <a:pt x="244361" y="214313"/>
                  <a:pt x="22860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4294"/>
                </a:lnTo>
                <a:close/>
                <a:moveTo>
                  <a:pt x="110416" y="185738"/>
                </a:moveTo>
                <a:cubicBezTo>
                  <a:pt x="119435" y="185738"/>
                  <a:pt x="126176" y="177076"/>
                  <a:pt x="120417" y="170111"/>
                </a:cubicBezTo>
                <a:cubicBezTo>
                  <a:pt x="113854" y="162208"/>
                  <a:pt x="103942" y="157163"/>
                  <a:pt x="92869" y="157163"/>
                </a:cubicBezTo>
                <a:lnTo>
                  <a:pt x="64294" y="157163"/>
                </a:lnTo>
                <a:cubicBezTo>
                  <a:pt x="53221" y="157163"/>
                  <a:pt x="43309" y="162208"/>
                  <a:pt x="36746" y="170111"/>
                </a:cubicBezTo>
                <a:cubicBezTo>
                  <a:pt x="30986" y="177076"/>
                  <a:pt x="37728" y="185738"/>
                  <a:pt x="46747" y="185738"/>
                </a:cubicBezTo>
                <a:lnTo>
                  <a:pt x="110371" y="185738"/>
                </a:lnTo>
                <a:close/>
                <a:moveTo>
                  <a:pt x="78581" y="139303"/>
                </a:moveTo>
                <a:cubicBezTo>
                  <a:pt x="92381" y="139303"/>
                  <a:pt x="103584" y="128100"/>
                  <a:pt x="103584" y="114300"/>
                </a:cubicBezTo>
                <a:cubicBezTo>
                  <a:pt x="103584" y="100500"/>
                  <a:pt x="92381" y="89297"/>
                  <a:pt x="78581" y="89297"/>
                </a:cubicBezTo>
                <a:cubicBezTo>
                  <a:pt x="64782" y="89297"/>
                  <a:pt x="53578" y="100500"/>
                  <a:pt x="53578" y="114300"/>
                </a:cubicBezTo>
                <a:cubicBezTo>
                  <a:pt x="53578" y="128100"/>
                  <a:pt x="64782" y="139303"/>
                  <a:pt x="78581" y="139303"/>
                </a:cubicBezTo>
                <a:close/>
                <a:moveTo>
                  <a:pt x="160734" y="92869"/>
                </a:moveTo>
                <a:cubicBezTo>
                  <a:pt x="154796" y="92869"/>
                  <a:pt x="150019" y="97646"/>
                  <a:pt x="150019" y="103584"/>
                </a:cubicBezTo>
                <a:cubicBezTo>
                  <a:pt x="150019" y="109523"/>
                  <a:pt x="154796" y="114300"/>
                  <a:pt x="160734" y="114300"/>
                </a:cubicBezTo>
                <a:lnTo>
                  <a:pt x="210741" y="114300"/>
                </a:lnTo>
                <a:cubicBezTo>
                  <a:pt x="216679" y="114300"/>
                  <a:pt x="221456" y="109523"/>
                  <a:pt x="221456" y="103584"/>
                </a:cubicBezTo>
                <a:cubicBezTo>
                  <a:pt x="221456" y="97646"/>
                  <a:pt x="216679" y="92869"/>
                  <a:pt x="210741" y="92869"/>
                </a:cubicBezTo>
                <a:lnTo>
                  <a:pt x="160734" y="92869"/>
                </a:lnTo>
                <a:close/>
                <a:moveTo>
                  <a:pt x="160734" y="135731"/>
                </a:moveTo>
                <a:cubicBezTo>
                  <a:pt x="154796" y="135731"/>
                  <a:pt x="150019" y="140509"/>
                  <a:pt x="150019" y="146447"/>
                </a:cubicBezTo>
                <a:cubicBezTo>
                  <a:pt x="150019" y="152385"/>
                  <a:pt x="154796" y="157163"/>
                  <a:pt x="160734" y="157163"/>
                </a:cubicBezTo>
                <a:lnTo>
                  <a:pt x="210741" y="157163"/>
                </a:lnTo>
                <a:cubicBezTo>
                  <a:pt x="216679" y="157163"/>
                  <a:pt x="221456" y="152385"/>
                  <a:pt x="221456" y="146447"/>
                </a:cubicBezTo>
                <a:cubicBezTo>
                  <a:pt x="221456" y="140509"/>
                  <a:pt x="216679" y="135731"/>
                  <a:pt x="210741" y="135731"/>
                </a:cubicBezTo>
                <a:lnTo>
                  <a:pt x="160734" y="135731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C3B9958C-E9F3-DBED-E58C-465F73863231}"/>
              </a:ext>
            </a:extLst>
          </p:cNvPr>
          <p:cNvSpPr/>
          <p:nvPr/>
        </p:nvSpPr>
        <p:spPr>
          <a:xfrm>
            <a:off x="6781509" y="44996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0" y="42863"/>
                </a:lnTo>
                <a:close/>
                <a:moveTo>
                  <a:pt x="0" y="64294"/>
                </a:moveTo>
                <a:lnTo>
                  <a:pt x="257175" y="64294"/>
                </a:lnTo>
                <a:lnTo>
                  <a:pt x="257175" y="185738"/>
                </a:lnTo>
                <a:cubicBezTo>
                  <a:pt x="257175" y="201498"/>
                  <a:pt x="244361" y="214313"/>
                  <a:pt x="22860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4294"/>
                </a:lnTo>
                <a:close/>
                <a:moveTo>
                  <a:pt x="110416" y="185738"/>
                </a:moveTo>
                <a:cubicBezTo>
                  <a:pt x="119435" y="185738"/>
                  <a:pt x="126176" y="177076"/>
                  <a:pt x="120417" y="170111"/>
                </a:cubicBezTo>
                <a:cubicBezTo>
                  <a:pt x="113854" y="162208"/>
                  <a:pt x="103942" y="157163"/>
                  <a:pt x="92869" y="157163"/>
                </a:cubicBezTo>
                <a:lnTo>
                  <a:pt x="64294" y="157163"/>
                </a:lnTo>
                <a:cubicBezTo>
                  <a:pt x="53221" y="157163"/>
                  <a:pt x="43309" y="162208"/>
                  <a:pt x="36746" y="170111"/>
                </a:cubicBezTo>
                <a:cubicBezTo>
                  <a:pt x="30986" y="177076"/>
                  <a:pt x="37728" y="185738"/>
                  <a:pt x="46747" y="185738"/>
                </a:cubicBezTo>
                <a:lnTo>
                  <a:pt x="110371" y="185738"/>
                </a:lnTo>
                <a:close/>
                <a:moveTo>
                  <a:pt x="78581" y="139303"/>
                </a:moveTo>
                <a:cubicBezTo>
                  <a:pt x="92381" y="139303"/>
                  <a:pt x="103584" y="128100"/>
                  <a:pt x="103584" y="114300"/>
                </a:cubicBezTo>
                <a:cubicBezTo>
                  <a:pt x="103584" y="100500"/>
                  <a:pt x="92381" y="89297"/>
                  <a:pt x="78581" y="89297"/>
                </a:cubicBezTo>
                <a:cubicBezTo>
                  <a:pt x="64782" y="89297"/>
                  <a:pt x="53578" y="100500"/>
                  <a:pt x="53578" y="114300"/>
                </a:cubicBezTo>
                <a:cubicBezTo>
                  <a:pt x="53578" y="128100"/>
                  <a:pt x="64782" y="139303"/>
                  <a:pt x="78581" y="139303"/>
                </a:cubicBezTo>
                <a:close/>
                <a:moveTo>
                  <a:pt x="160734" y="92869"/>
                </a:moveTo>
                <a:cubicBezTo>
                  <a:pt x="154796" y="92869"/>
                  <a:pt x="150019" y="97646"/>
                  <a:pt x="150019" y="103584"/>
                </a:cubicBezTo>
                <a:cubicBezTo>
                  <a:pt x="150019" y="109523"/>
                  <a:pt x="154796" y="114300"/>
                  <a:pt x="160734" y="114300"/>
                </a:cubicBezTo>
                <a:lnTo>
                  <a:pt x="210741" y="114300"/>
                </a:lnTo>
                <a:cubicBezTo>
                  <a:pt x="216679" y="114300"/>
                  <a:pt x="221456" y="109523"/>
                  <a:pt x="221456" y="103584"/>
                </a:cubicBezTo>
                <a:cubicBezTo>
                  <a:pt x="221456" y="97646"/>
                  <a:pt x="216679" y="92869"/>
                  <a:pt x="210741" y="92869"/>
                </a:cubicBezTo>
                <a:lnTo>
                  <a:pt x="160734" y="92869"/>
                </a:lnTo>
                <a:close/>
                <a:moveTo>
                  <a:pt x="160734" y="135731"/>
                </a:moveTo>
                <a:cubicBezTo>
                  <a:pt x="154796" y="135731"/>
                  <a:pt x="150019" y="140509"/>
                  <a:pt x="150019" y="146447"/>
                </a:cubicBezTo>
                <a:cubicBezTo>
                  <a:pt x="150019" y="152385"/>
                  <a:pt x="154796" y="157163"/>
                  <a:pt x="160734" y="157163"/>
                </a:cubicBezTo>
                <a:lnTo>
                  <a:pt x="210741" y="157163"/>
                </a:lnTo>
                <a:cubicBezTo>
                  <a:pt x="216679" y="157163"/>
                  <a:pt x="221456" y="152385"/>
                  <a:pt x="221456" y="146447"/>
                </a:cubicBezTo>
                <a:cubicBezTo>
                  <a:pt x="221456" y="140509"/>
                  <a:pt x="216679" y="135731"/>
                  <a:pt x="210741" y="135731"/>
                </a:cubicBezTo>
                <a:lnTo>
                  <a:pt x="160734" y="1357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950ADB65-B52F-FF82-B924-DED28EBD37BA}"/>
              </a:ext>
            </a:extLst>
          </p:cNvPr>
          <p:cNvSpPr/>
          <p:nvPr/>
        </p:nvSpPr>
        <p:spPr>
          <a:xfrm>
            <a:off x="7142778" y="3765943"/>
            <a:ext cx="1973230" cy="24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202452319</a:t>
            </a:r>
            <a:endParaRPr lang="en-US" sz="16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79317E3-E1EB-151C-757C-97B7DECFC440}"/>
              </a:ext>
            </a:extLst>
          </p:cNvPr>
          <p:cNvSpPr/>
          <p:nvPr/>
        </p:nvSpPr>
        <p:spPr>
          <a:xfrm>
            <a:off x="7173877" y="4490739"/>
            <a:ext cx="1973230" cy="24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</a:t>
            </a:r>
            <a:r>
              <a:rPr lang="en-US" sz="15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202452339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08" y="351608"/>
            <a:ext cx="70322" cy="562572"/>
          </a:xfrm>
          <a:custGeom>
            <a:avLst/>
            <a:gdLst/>
            <a:ahLst/>
            <a:cxnLst/>
            <a:rect l="l" t="t" r="r" b="b"/>
            <a:pathLst>
              <a:path w="70322" h="562572">
                <a:moveTo>
                  <a:pt x="0" y="0"/>
                </a:moveTo>
                <a:lnTo>
                  <a:pt x="70322" y="0"/>
                </a:lnTo>
                <a:lnTo>
                  <a:pt x="70322" y="562572"/>
                </a:lnTo>
                <a:lnTo>
                  <a:pt x="0" y="56257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62572" y="421929"/>
            <a:ext cx="2478835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572" y="1019663"/>
            <a:ext cx="1136572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Evolution of Collaborative Coding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46259" y="2044599"/>
            <a:ext cx="35161" cy="2707380"/>
          </a:xfrm>
          <a:custGeom>
            <a:avLst/>
            <a:gdLst/>
            <a:ahLst/>
            <a:cxnLst/>
            <a:rect l="l" t="t" r="r" b="b"/>
            <a:pathLst>
              <a:path w="35161" h="2707380">
                <a:moveTo>
                  <a:pt x="0" y="0"/>
                </a:moveTo>
                <a:lnTo>
                  <a:pt x="35161" y="0"/>
                </a:lnTo>
                <a:lnTo>
                  <a:pt x="35161" y="2707380"/>
                </a:lnTo>
                <a:lnTo>
                  <a:pt x="0" y="270738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9188" y="2482212"/>
            <a:ext cx="35161" cy="1722878"/>
          </a:xfrm>
          <a:custGeom>
            <a:avLst/>
            <a:gdLst/>
            <a:ahLst/>
            <a:cxnLst/>
            <a:rect l="l" t="t" r="r" b="b"/>
            <a:pathLst>
              <a:path w="35161" h="1722878">
                <a:moveTo>
                  <a:pt x="0" y="0"/>
                </a:moveTo>
                <a:lnTo>
                  <a:pt x="35161" y="0"/>
                </a:lnTo>
                <a:lnTo>
                  <a:pt x="35161" y="1722878"/>
                </a:lnTo>
                <a:lnTo>
                  <a:pt x="0" y="1722878"/>
                </a:lnTo>
                <a:lnTo>
                  <a:pt x="0" y="0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104" y="2479938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05482" y="0"/>
                </a:moveTo>
                <a:cubicBezTo>
                  <a:pt x="111539" y="0"/>
                  <a:pt x="117102" y="3338"/>
                  <a:pt x="119986" y="8653"/>
                </a:cubicBezTo>
                <a:lnTo>
                  <a:pt x="208987" y="173469"/>
                </a:lnTo>
                <a:cubicBezTo>
                  <a:pt x="211748" y="178578"/>
                  <a:pt x="211624" y="184759"/>
                  <a:pt x="208657" y="189745"/>
                </a:cubicBezTo>
                <a:cubicBezTo>
                  <a:pt x="205691" y="194730"/>
                  <a:pt x="200293" y="197779"/>
                  <a:pt x="194483" y="197779"/>
                </a:cubicBezTo>
                <a:lnTo>
                  <a:pt x="16482" y="197779"/>
                </a:lnTo>
                <a:cubicBezTo>
                  <a:pt x="10672" y="197779"/>
                  <a:pt x="5315" y="194730"/>
                  <a:pt x="2307" y="189745"/>
                </a:cubicBezTo>
                <a:cubicBezTo>
                  <a:pt x="-700" y="184759"/>
                  <a:pt x="-783" y="178578"/>
                  <a:pt x="1978" y="173469"/>
                </a:cubicBezTo>
                <a:lnTo>
                  <a:pt x="90979" y="8653"/>
                </a:lnTo>
                <a:cubicBezTo>
                  <a:pt x="93863" y="3338"/>
                  <a:pt x="99425" y="0"/>
                  <a:pt x="105482" y="0"/>
                </a:cubicBezTo>
                <a:close/>
                <a:moveTo>
                  <a:pt x="105482" y="69223"/>
                </a:moveTo>
                <a:cubicBezTo>
                  <a:pt x="100002" y="69223"/>
                  <a:pt x="95593" y="73632"/>
                  <a:pt x="95593" y="79112"/>
                </a:cubicBezTo>
                <a:lnTo>
                  <a:pt x="95593" y="125260"/>
                </a:lnTo>
                <a:cubicBezTo>
                  <a:pt x="95593" y="130740"/>
                  <a:pt x="100002" y="135149"/>
                  <a:pt x="105482" y="135149"/>
                </a:cubicBezTo>
                <a:cubicBezTo>
                  <a:pt x="110962" y="135149"/>
                  <a:pt x="115371" y="130740"/>
                  <a:pt x="115371" y="125260"/>
                </a:cubicBezTo>
                <a:lnTo>
                  <a:pt x="115371" y="79112"/>
                </a:lnTo>
                <a:cubicBezTo>
                  <a:pt x="115371" y="73632"/>
                  <a:pt x="110962" y="69223"/>
                  <a:pt x="105482" y="69223"/>
                </a:cubicBezTo>
                <a:close/>
                <a:moveTo>
                  <a:pt x="116484" y="158224"/>
                </a:moveTo>
                <a:cubicBezTo>
                  <a:pt x="116734" y="154140"/>
                  <a:pt x="114698" y="150255"/>
                  <a:pt x="111197" y="148137"/>
                </a:cubicBezTo>
                <a:cubicBezTo>
                  <a:pt x="107696" y="146020"/>
                  <a:pt x="103310" y="146020"/>
                  <a:pt x="99809" y="148137"/>
                </a:cubicBezTo>
                <a:cubicBezTo>
                  <a:pt x="96308" y="150255"/>
                  <a:pt x="94272" y="154140"/>
                  <a:pt x="94522" y="158224"/>
                </a:cubicBezTo>
                <a:cubicBezTo>
                  <a:pt x="94272" y="162307"/>
                  <a:pt x="96308" y="166192"/>
                  <a:pt x="99809" y="168310"/>
                </a:cubicBezTo>
                <a:cubicBezTo>
                  <a:pt x="103310" y="170427"/>
                  <a:pt x="107696" y="170427"/>
                  <a:pt x="111197" y="168310"/>
                </a:cubicBezTo>
                <a:cubicBezTo>
                  <a:pt x="114698" y="166192"/>
                  <a:pt x="116734" y="162307"/>
                  <a:pt x="116484" y="158224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8" name="Text 16"/>
          <p:cNvSpPr/>
          <p:nvPr/>
        </p:nvSpPr>
        <p:spPr>
          <a:xfrm>
            <a:off x="861439" y="2444898"/>
            <a:ext cx="519500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EAEA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Traditional Editors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9487" y="3087401"/>
            <a:ext cx="118668" cy="158224"/>
          </a:xfrm>
          <a:custGeom>
            <a:avLst/>
            <a:gdLst/>
            <a:ahLst/>
            <a:cxnLst/>
            <a:rect l="l" t="t" r="r" b="b"/>
            <a:pathLst>
              <a:path w="118668" h="158224">
                <a:moveTo>
                  <a:pt x="17028" y="22683"/>
                </a:moveTo>
                <a:cubicBezTo>
                  <a:pt x="13165" y="18820"/>
                  <a:pt x="6891" y="18820"/>
                  <a:pt x="3028" y="22683"/>
                </a:cubicBezTo>
                <a:cubicBezTo>
                  <a:pt x="-834" y="26546"/>
                  <a:pt x="-834" y="32819"/>
                  <a:pt x="3028" y="36682"/>
                </a:cubicBezTo>
                <a:lnTo>
                  <a:pt x="45489" y="79112"/>
                </a:lnTo>
                <a:lnTo>
                  <a:pt x="3059" y="121573"/>
                </a:lnTo>
                <a:cubicBezTo>
                  <a:pt x="-803" y="125435"/>
                  <a:pt x="-803" y="131709"/>
                  <a:pt x="3059" y="135572"/>
                </a:cubicBezTo>
                <a:cubicBezTo>
                  <a:pt x="6922" y="139434"/>
                  <a:pt x="13196" y="139434"/>
                  <a:pt x="17058" y="135572"/>
                </a:cubicBezTo>
                <a:lnTo>
                  <a:pt x="59488" y="93111"/>
                </a:lnTo>
                <a:lnTo>
                  <a:pt x="101949" y="135541"/>
                </a:lnTo>
                <a:cubicBezTo>
                  <a:pt x="105812" y="139404"/>
                  <a:pt x="112085" y="139404"/>
                  <a:pt x="115948" y="135541"/>
                </a:cubicBezTo>
                <a:cubicBezTo>
                  <a:pt x="119811" y="131678"/>
                  <a:pt x="119811" y="125404"/>
                  <a:pt x="115948" y="121542"/>
                </a:cubicBezTo>
                <a:lnTo>
                  <a:pt x="73487" y="79112"/>
                </a:lnTo>
                <a:lnTo>
                  <a:pt x="115917" y="36651"/>
                </a:lnTo>
                <a:cubicBezTo>
                  <a:pt x="119780" y="32788"/>
                  <a:pt x="119780" y="26515"/>
                  <a:pt x="115917" y="22652"/>
                </a:cubicBezTo>
                <a:cubicBezTo>
                  <a:pt x="112054" y="18789"/>
                  <a:pt x="105781" y="18789"/>
                  <a:pt x="101918" y="22652"/>
                </a:cubicBezTo>
                <a:lnTo>
                  <a:pt x="59488" y="65113"/>
                </a:lnTo>
                <a:lnTo>
                  <a:pt x="17028" y="2268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0" name="Text 18"/>
          <p:cNvSpPr/>
          <p:nvPr/>
        </p:nvSpPr>
        <p:spPr>
          <a:xfrm>
            <a:off x="835678" y="3015996"/>
            <a:ext cx="493129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Isolated Development: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Single-user focus prevents simultaneous editing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9487" y="3366127"/>
            <a:ext cx="118668" cy="158224"/>
          </a:xfrm>
          <a:custGeom>
            <a:avLst/>
            <a:gdLst/>
            <a:ahLst/>
            <a:cxnLst/>
            <a:rect l="l" t="t" r="r" b="b"/>
            <a:pathLst>
              <a:path w="118668" h="158224">
                <a:moveTo>
                  <a:pt x="17028" y="22683"/>
                </a:moveTo>
                <a:cubicBezTo>
                  <a:pt x="13165" y="18820"/>
                  <a:pt x="6891" y="18820"/>
                  <a:pt x="3028" y="22683"/>
                </a:cubicBezTo>
                <a:cubicBezTo>
                  <a:pt x="-834" y="26546"/>
                  <a:pt x="-834" y="32819"/>
                  <a:pt x="3028" y="36682"/>
                </a:cubicBezTo>
                <a:lnTo>
                  <a:pt x="45489" y="79112"/>
                </a:lnTo>
                <a:lnTo>
                  <a:pt x="3059" y="121573"/>
                </a:lnTo>
                <a:cubicBezTo>
                  <a:pt x="-803" y="125435"/>
                  <a:pt x="-803" y="131709"/>
                  <a:pt x="3059" y="135572"/>
                </a:cubicBezTo>
                <a:cubicBezTo>
                  <a:pt x="6922" y="139434"/>
                  <a:pt x="13196" y="139434"/>
                  <a:pt x="17058" y="135572"/>
                </a:cubicBezTo>
                <a:lnTo>
                  <a:pt x="59488" y="93111"/>
                </a:lnTo>
                <a:lnTo>
                  <a:pt x="101949" y="135541"/>
                </a:lnTo>
                <a:cubicBezTo>
                  <a:pt x="105812" y="139404"/>
                  <a:pt x="112085" y="139404"/>
                  <a:pt x="115948" y="135541"/>
                </a:cubicBezTo>
                <a:cubicBezTo>
                  <a:pt x="119811" y="131678"/>
                  <a:pt x="119811" y="125404"/>
                  <a:pt x="115948" y="121542"/>
                </a:cubicBezTo>
                <a:lnTo>
                  <a:pt x="73487" y="79112"/>
                </a:lnTo>
                <a:lnTo>
                  <a:pt x="115917" y="36651"/>
                </a:lnTo>
                <a:cubicBezTo>
                  <a:pt x="119780" y="32788"/>
                  <a:pt x="119780" y="26515"/>
                  <a:pt x="115917" y="22652"/>
                </a:cubicBezTo>
                <a:cubicBezTo>
                  <a:pt x="112054" y="18789"/>
                  <a:pt x="105781" y="18789"/>
                  <a:pt x="101918" y="22652"/>
                </a:cubicBezTo>
                <a:lnTo>
                  <a:pt x="59488" y="65113"/>
                </a:lnTo>
                <a:lnTo>
                  <a:pt x="17028" y="22683"/>
                </a:lnTo>
                <a:close/>
              </a:path>
            </a:pathLst>
          </a:custGeom>
          <a:solidFill>
            <a:srgbClr val="A0AAB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826347" y="3302292"/>
            <a:ext cx="402590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Version Control: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Git conflicts and merge overhead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487" y="3678650"/>
            <a:ext cx="118668" cy="158224"/>
          </a:xfrm>
          <a:custGeom>
            <a:avLst/>
            <a:gdLst/>
            <a:ahLst/>
            <a:cxnLst/>
            <a:rect l="l" t="t" r="r" b="b"/>
            <a:pathLst>
              <a:path w="118668" h="158224">
                <a:moveTo>
                  <a:pt x="17028" y="22683"/>
                </a:moveTo>
                <a:cubicBezTo>
                  <a:pt x="13165" y="18820"/>
                  <a:pt x="6891" y="18820"/>
                  <a:pt x="3028" y="22683"/>
                </a:cubicBezTo>
                <a:cubicBezTo>
                  <a:pt x="-834" y="26546"/>
                  <a:pt x="-834" y="32819"/>
                  <a:pt x="3028" y="36682"/>
                </a:cubicBezTo>
                <a:lnTo>
                  <a:pt x="45489" y="79112"/>
                </a:lnTo>
                <a:lnTo>
                  <a:pt x="3059" y="121573"/>
                </a:lnTo>
                <a:cubicBezTo>
                  <a:pt x="-803" y="125435"/>
                  <a:pt x="-803" y="131709"/>
                  <a:pt x="3059" y="135572"/>
                </a:cubicBezTo>
                <a:cubicBezTo>
                  <a:pt x="6922" y="139434"/>
                  <a:pt x="13196" y="139434"/>
                  <a:pt x="17058" y="135572"/>
                </a:cubicBezTo>
                <a:lnTo>
                  <a:pt x="59488" y="93111"/>
                </a:lnTo>
                <a:lnTo>
                  <a:pt x="101949" y="135541"/>
                </a:lnTo>
                <a:cubicBezTo>
                  <a:pt x="105812" y="139404"/>
                  <a:pt x="112085" y="139404"/>
                  <a:pt x="115948" y="135541"/>
                </a:cubicBezTo>
                <a:cubicBezTo>
                  <a:pt x="119811" y="131678"/>
                  <a:pt x="119811" y="125404"/>
                  <a:pt x="115948" y="121542"/>
                </a:cubicBezTo>
                <a:lnTo>
                  <a:pt x="73487" y="79112"/>
                </a:lnTo>
                <a:lnTo>
                  <a:pt x="115917" y="36651"/>
                </a:lnTo>
                <a:cubicBezTo>
                  <a:pt x="119780" y="32788"/>
                  <a:pt x="119780" y="26515"/>
                  <a:pt x="115917" y="22652"/>
                </a:cubicBezTo>
                <a:cubicBezTo>
                  <a:pt x="112054" y="18789"/>
                  <a:pt x="105781" y="18789"/>
                  <a:pt x="101918" y="22652"/>
                </a:cubicBezTo>
                <a:lnTo>
                  <a:pt x="59488" y="65113"/>
                </a:lnTo>
                <a:lnTo>
                  <a:pt x="17028" y="2268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2"/>
          <p:cNvSpPr/>
          <p:nvPr/>
        </p:nvSpPr>
        <p:spPr>
          <a:xfrm>
            <a:off x="807685" y="3597921"/>
            <a:ext cx="493129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Sync: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sharing via email/Drive creates inconsistencies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487" y="3983605"/>
            <a:ext cx="118668" cy="158224"/>
          </a:xfrm>
          <a:custGeom>
            <a:avLst/>
            <a:gdLst/>
            <a:ahLst/>
            <a:cxnLst/>
            <a:rect l="l" t="t" r="r" b="b"/>
            <a:pathLst>
              <a:path w="118668" h="158224">
                <a:moveTo>
                  <a:pt x="17028" y="22683"/>
                </a:moveTo>
                <a:cubicBezTo>
                  <a:pt x="13165" y="18820"/>
                  <a:pt x="6891" y="18820"/>
                  <a:pt x="3028" y="22683"/>
                </a:cubicBezTo>
                <a:cubicBezTo>
                  <a:pt x="-834" y="26546"/>
                  <a:pt x="-834" y="32819"/>
                  <a:pt x="3028" y="36682"/>
                </a:cubicBezTo>
                <a:lnTo>
                  <a:pt x="45489" y="79112"/>
                </a:lnTo>
                <a:lnTo>
                  <a:pt x="3059" y="121573"/>
                </a:lnTo>
                <a:cubicBezTo>
                  <a:pt x="-803" y="125435"/>
                  <a:pt x="-803" y="131709"/>
                  <a:pt x="3059" y="135572"/>
                </a:cubicBezTo>
                <a:cubicBezTo>
                  <a:pt x="6922" y="139434"/>
                  <a:pt x="13196" y="139434"/>
                  <a:pt x="17058" y="135572"/>
                </a:cubicBezTo>
                <a:lnTo>
                  <a:pt x="59488" y="93111"/>
                </a:lnTo>
                <a:lnTo>
                  <a:pt x="101949" y="135541"/>
                </a:lnTo>
                <a:cubicBezTo>
                  <a:pt x="105812" y="139404"/>
                  <a:pt x="112085" y="139404"/>
                  <a:pt x="115948" y="135541"/>
                </a:cubicBezTo>
                <a:cubicBezTo>
                  <a:pt x="119811" y="131678"/>
                  <a:pt x="119811" y="125404"/>
                  <a:pt x="115948" y="121542"/>
                </a:cubicBezTo>
                <a:lnTo>
                  <a:pt x="73487" y="79112"/>
                </a:lnTo>
                <a:lnTo>
                  <a:pt x="115917" y="36651"/>
                </a:lnTo>
                <a:cubicBezTo>
                  <a:pt x="119780" y="32788"/>
                  <a:pt x="119780" y="26515"/>
                  <a:pt x="115917" y="22652"/>
                </a:cubicBezTo>
                <a:cubicBezTo>
                  <a:pt x="112054" y="18789"/>
                  <a:pt x="105781" y="18789"/>
                  <a:pt x="101918" y="22652"/>
                </a:cubicBezTo>
                <a:lnTo>
                  <a:pt x="59488" y="65113"/>
                </a:lnTo>
                <a:lnTo>
                  <a:pt x="17028" y="2268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6" name="Text 24"/>
          <p:cNvSpPr/>
          <p:nvPr/>
        </p:nvSpPr>
        <p:spPr>
          <a:xfrm>
            <a:off x="807685" y="3930865"/>
            <a:ext cx="49488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Switching: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 tools for editing, execution, and debugging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2137" y="1483785"/>
            <a:ext cx="5587048" cy="3644415"/>
          </a:xfrm>
          <a:custGeom>
            <a:avLst/>
            <a:gdLst/>
            <a:ahLst/>
            <a:cxnLst/>
            <a:rect l="l" t="t" r="r" b="b"/>
            <a:pathLst>
              <a:path w="5587048" h="3644415">
                <a:moveTo>
                  <a:pt x="70337" y="0"/>
                </a:moveTo>
                <a:lnTo>
                  <a:pt x="5516711" y="0"/>
                </a:lnTo>
                <a:cubicBezTo>
                  <a:pt x="5555557" y="0"/>
                  <a:pt x="5587048" y="31491"/>
                  <a:pt x="5587048" y="70337"/>
                </a:cubicBezTo>
                <a:lnTo>
                  <a:pt x="5587048" y="3574078"/>
                </a:lnTo>
                <a:cubicBezTo>
                  <a:pt x="5587048" y="3612924"/>
                  <a:pt x="5555557" y="3644415"/>
                  <a:pt x="5516711" y="3644415"/>
                </a:cubicBezTo>
                <a:lnTo>
                  <a:pt x="70337" y="3644415"/>
                </a:lnTo>
                <a:cubicBezTo>
                  <a:pt x="31491" y="3644415"/>
                  <a:pt x="0" y="3612924"/>
                  <a:pt x="0" y="3574078"/>
                </a:cubicBezTo>
                <a:lnTo>
                  <a:pt x="0" y="70337"/>
                </a:lnTo>
                <a:cubicBezTo>
                  <a:pt x="0" y="31491"/>
                  <a:pt x="31491" y="0"/>
                  <a:pt x="7033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8579" y="1798474"/>
            <a:ext cx="197779" cy="263706"/>
          </a:xfrm>
          <a:custGeom>
            <a:avLst/>
            <a:gdLst/>
            <a:ahLst/>
            <a:cxnLst/>
            <a:rect l="l" t="t" r="r" b="b"/>
            <a:pathLst>
              <a:path w="197779" h="263706">
                <a:moveTo>
                  <a:pt x="150858" y="197779"/>
                </a:moveTo>
                <a:cubicBezTo>
                  <a:pt x="154618" y="186294"/>
                  <a:pt x="162138" y="175890"/>
                  <a:pt x="170636" y="166928"/>
                </a:cubicBezTo>
                <a:cubicBezTo>
                  <a:pt x="187478" y="149210"/>
                  <a:pt x="197779" y="125260"/>
                  <a:pt x="197779" y="98890"/>
                </a:cubicBezTo>
                <a:cubicBezTo>
                  <a:pt x="197779" y="44294"/>
                  <a:pt x="153485" y="0"/>
                  <a:pt x="98890" y="0"/>
                </a:cubicBezTo>
                <a:cubicBezTo>
                  <a:pt x="44294" y="0"/>
                  <a:pt x="0" y="44294"/>
                  <a:pt x="0" y="98890"/>
                </a:cubicBezTo>
                <a:cubicBezTo>
                  <a:pt x="0" y="125260"/>
                  <a:pt x="10301" y="149210"/>
                  <a:pt x="27143" y="166928"/>
                </a:cubicBezTo>
                <a:cubicBezTo>
                  <a:pt x="35641" y="175890"/>
                  <a:pt x="43213" y="186294"/>
                  <a:pt x="46921" y="197779"/>
                </a:cubicBezTo>
                <a:lnTo>
                  <a:pt x="150807" y="197779"/>
                </a:lnTo>
                <a:close/>
                <a:moveTo>
                  <a:pt x="148335" y="222502"/>
                </a:moveTo>
                <a:lnTo>
                  <a:pt x="49445" y="222502"/>
                </a:lnTo>
                <a:lnTo>
                  <a:pt x="49445" y="230743"/>
                </a:lnTo>
                <a:cubicBezTo>
                  <a:pt x="49445" y="253508"/>
                  <a:pt x="67884" y="271947"/>
                  <a:pt x="90649" y="271947"/>
                </a:cubicBezTo>
                <a:lnTo>
                  <a:pt x="107130" y="271947"/>
                </a:lnTo>
                <a:cubicBezTo>
                  <a:pt x="129896" y="271947"/>
                  <a:pt x="148335" y="253508"/>
                  <a:pt x="148335" y="230743"/>
                </a:cubicBezTo>
                <a:lnTo>
                  <a:pt x="148335" y="222502"/>
                </a:lnTo>
                <a:close/>
                <a:moveTo>
                  <a:pt x="94769" y="57686"/>
                </a:moveTo>
                <a:cubicBezTo>
                  <a:pt x="74270" y="57686"/>
                  <a:pt x="57686" y="74270"/>
                  <a:pt x="57686" y="94769"/>
                </a:cubicBezTo>
                <a:cubicBezTo>
                  <a:pt x="57686" y="101619"/>
                  <a:pt x="52175" y="107130"/>
                  <a:pt x="45324" y="107130"/>
                </a:cubicBezTo>
                <a:cubicBezTo>
                  <a:pt x="38474" y="107130"/>
                  <a:pt x="32963" y="101619"/>
                  <a:pt x="32963" y="94769"/>
                </a:cubicBezTo>
                <a:cubicBezTo>
                  <a:pt x="32963" y="60621"/>
                  <a:pt x="60621" y="32963"/>
                  <a:pt x="94769" y="32963"/>
                </a:cubicBezTo>
                <a:cubicBezTo>
                  <a:pt x="101619" y="32963"/>
                  <a:pt x="107130" y="38474"/>
                  <a:pt x="107130" y="45324"/>
                </a:cubicBezTo>
                <a:cubicBezTo>
                  <a:pt x="107130" y="52175"/>
                  <a:pt x="101619" y="57686"/>
                  <a:pt x="94769" y="5768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6864483" y="1772104"/>
            <a:ext cx="480823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30455" y="2299515"/>
            <a:ext cx="5098313" cy="57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4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addresses critical challenges in modern software development and education: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0455" y="3117003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140643" y="0"/>
                </a:moveTo>
                <a:lnTo>
                  <a:pt x="140643" y="0"/>
                </a:lnTo>
                <a:cubicBezTo>
                  <a:pt x="218266" y="0"/>
                  <a:pt x="281286" y="63020"/>
                  <a:pt x="281286" y="140643"/>
                </a:cubicBezTo>
                <a:lnTo>
                  <a:pt x="281286" y="140643"/>
                </a:lnTo>
                <a:cubicBezTo>
                  <a:pt x="281286" y="218266"/>
                  <a:pt x="218266" y="281286"/>
                  <a:pt x="140643" y="281286"/>
                </a:cubicBezTo>
                <a:lnTo>
                  <a:pt x="140643" y="281286"/>
                </a:lnTo>
                <a:cubicBezTo>
                  <a:pt x="63020" y="281286"/>
                  <a:pt x="0" y="218266"/>
                  <a:pt x="0" y="140643"/>
                </a:cubicBezTo>
                <a:lnTo>
                  <a:pt x="0" y="140643"/>
                </a:lnTo>
                <a:cubicBezTo>
                  <a:pt x="0" y="63020"/>
                  <a:pt x="63020" y="0"/>
                  <a:pt x="140643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6490899" y="3117003"/>
            <a:ext cx="36039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17224" y="3081842"/>
            <a:ext cx="4702754" cy="4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Teamwork: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seamless collaboration regardless of location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30455" y="3749897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140643" y="0"/>
                </a:moveTo>
                <a:lnTo>
                  <a:pt x="140643" y="0"/>
                </a:lnTo>
                <a:cubicBezTo>
                  <a:pt x="218266" y="0"/>
                  <a:pt x="281286" y="63020"/>
                  <a:pt x="281286" y="140643"/>
                </a:cubicBezTo>
                <a:lnTo>
                  <a:pt x="281286" y="140643"/>
                </a:lnTo>
                <a:cubicBezTo>
                  <a:pt x="281286" y="218266"/>
                  <a:pt x="218266" y="281286"/>
                  <a:pt x="140643" y="281286"/>
                </a:cubicBezTo>
                <a:lnTo>
                  <a:pt x="140643" y="281286"/>
                </a:lnTo>
                <a:cubicBezTo>
                  <a:pt x="63020" y="281286"/>
                  <a:pt x="0" y="218266"/>
                  <a:pt x="0" y="140643"/>
                </a:cubicBezTo>
                <a:lnTo>
                  <a:pt x="0" y="140643"/>
                </a:lnTo>
                <a:cubicBezTo>
                  <a:pt x="0" y="63020"/>
                  <a:pt x="63020" y="0"/>
                  <a:pt x="140643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6490899" y="3749897"/>
            <a:ext cx="36039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7224" y="3714736"/>
            <a:ext cx="4702754" cy="4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Learning: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hands-on coding education and mentoring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0455" y="4382791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140643" y="0"/>
                </a:moveTo>
                <a:lnTo>
                  <a:pt x="140643" y="0"/>
                </a:lnTo>
                <a:cubicBezTo>
                  <a:pt x="218266" y="0"/>
                  <a:pt x="281286" y="63020"/>
                  <a:pt x="281286" y="140643"/>
                </a:cubicBezTo>
                <a:lnTo>
                  <a:pt x="281286" y="140643"/>
                </a:lnTo>
                <a:cubicBezTo>
                  <a:pt x="281286" y="218266"/>
                  <a:pt x="218266" y="281286"/>
                  <a:pt x="140643" y="281286"/>
                </a:cubicBezTo>
                <a:lnTo>
                  <a:pt x="140643" y="281286"/>
                </a:lnTo>
                <a:cubicBezTo>
                  <a:pt x="63020" y="281286"/>
                  <a:pt x="0" y="218266"/>
                  <a:pt x="0" y="140643"/>
                </a:cubicBezTo>
                <a:lnTo>
                  <a:pt x="0" y="140643"/>
                </a:lnTo>
                <a:cubicBezTo>
                  <a:pt x="0" y="63020"/>
                  <a:pt x="63020" y="0"/>
                  <a:pt x="140643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6490899" y="4382791"/>
            <a:ext cx="36039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17224" y="4347630"/>
            <a:ext cx="4702754" cy="4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Platform:</a:t>
            </a:r>
            <a:r>
              <a:rPr lang="en-US" sz="1246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editing, execution, and assistance in one tool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38621" y="5667918"/>
            <a:ext cx="1765071" cy="833310"/>
          </a:xfrm>
          <a:custGeom>
            <a:avLst/>
            <a:gdLst/>
            <a:ahLst/>
            <a:cxnLst/>
            <a:rect l="l" t="t" r="r" b="b"/>
            <a:pathLst>
              <a:path w="1765071" h="833310">
                <a:moveTo>
                  <a:pt x="70323" y="0"/>
                </a:moveTo>
                <a:lnTo>
                  <a:pt x="1694748" y="0"/>
                </a:lnTo>
                <a:cubicBezTo>
                  <a:pt x="1733586" y="0"/>
                  <a:pt x="1765071" y="31485"/>
                  <a:pt x="1765071" y="70323"/>
                </a:cubicBezTo>
                <a:lnTo>
                  <a:pt x="1765071" y="762987"/>
                </a:lnTo>
                <a:cubicBezTo>
                  <a:pt x="1765071" y="801800"/>
                  <a:pt x="1733560" y="833310"/>
                  <a:pt x="1694748" y="833310"/>
                </a:cubicBezTo>
                <a:lnTo>
                  <a:pt x="70323" y="833310"/>
                </a:lnTo>
                <a:cubicBezTo>
                  <a:pt x="31485" y="833310"/>
                  <a:pt x="0" y="801826"/>
                  <a:pt x="0" y="762987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2270" y="5812077"/>
            <a:ext cx="263706" cy="263706"/>
          </a:xfrm>
          <a:custGeom>
            <a:avLst/>
            <a:gdLst/>
            <a:ahLst/>
            <a:cxnLst/>
            <a:rect l="l" t="t" r="r" b="b"/>
            <a:pathLst>
              <a:path w="263706" h="263706">
                <a:moveTo>
                  <a:pt x="181246" y="144214"/>
                </a:moveTo>
                <a:lnTo>
                  <a:pt x="82923" y="144214"/>
                </a:lnTo>
                <a:cubicBezTo>
                  <a:pt x="84417" y="177435"/>
                  <a:pt x="91782" y="208029"/>
                  <a:pt x="102238" y="230434"/>
                </a:cubicBezTo>
                <a:cubicBezTo>
                  <a:pt x="108109" y="243052"/>
                  <a:pt x="114444" y="251963"/>
                  <a:pt x="120316" y="257422"/>
                </a:cubicBezTo>
                <a:cubicBezTo>
                  <a:pt x="126084" y="262830"/>
                  <a:pt x="130050" y="263706"/>
                  <a:pt x="132110" y="263706"/>
                </a:cubicBezTo>
                <a:cubicBezTo>
                  <a:pt x="134171" y="263706"/>
                  <a:pt x="138137" y="262830"/>
                  <a:pt x="143905" y="257422"/>
                </a:cubicBezTo>
                <a:cubicBezTo>
                  <a:pt x="149777" y="251963"/>
                  <a:pt x="156112" y="243001"/>
                  <a:pt x="161983" y="230434"/>
                </a:cubicBezTo>
                <a:cubicBezTo>
                  <a:pt x="172439" y="208029"/>
                  <a:pt x="179804" y="177435"/>
                  <a:pt x="181298" y="144214"/>
                </a:cubicBezTo>
                <a:close/>
                <a:moveTo>
                  <a:pt x="82872" y="119492"/>
                </a:moveTo>
                <a:lnTo>
                  <a:pt x="181195" y="119492"/>
                </a:lnTo>
                <a:cubicBezTo>
                  <a:pt x="179753" y="86271"/>
                  <a:pt x="172387" y="55677"/>
                  <a:pt x="161932" y="33272"/>
                </a:cubicBezTo>
                <a:cubicBezTo>
                  <a:pt x="156060" y="20705"/>
                  <a:pt x="149725" y="11743"/>
                  <a:pt x="143854" y="6284"/>
                </a:cubicBezTo>
                <a:cubicBezTo>
                  <a:pt x="138085" y="876"/>
                  <a:pt x="134119" y="0"/>
                  <a:pt x="132059" y="0"/>
                </a:cubicBezTo>
                <a:cubicBezTo>
                  <a:pt x="129999" y="0"/>
                  <a:pt x="126033" y="876"/>
                  <a:pt x="120264" y="6284"/>
                </a:cubicBezTo>
                <a:cubicBezTo>
                  <a:pt x="114393" y="11743"/>
                  <a:pt x="108058" y="20705"/>
                  <a:pt x="102186" y="33272"/>
                </a:cubicBezTo>
                <a:cubicBezTo>
                  <a:pt x="91730" y="55677"/>
                  <a:pt x="84365" y="86271"/>
                  <a:pt x="82872" y="119492"/>
                </a:cubicBezTo>
                <a:close/>
                <a:moveTo>
                  <a:pt x="58149" y="119492"/>
                </a:moveTo>
                <a:cubicBezTo>
                  <a:pt x="59952" y="75403"/>
                  <a:pt x="71334" y="34457"/>
                  <a:pt x="87971" y="7571"/>
                </a:cubicBezTo>
                <a:cubicBezTo>
                  <a:pt x="40534" y="24362"/>
                  <a:pt x="5614" y="67575"/>
                  <a:pt x="773" y="119492"/>
                </a:cubicBezTo>
                <a:lnTo>
                  <a:pt x="58149" y="119492"/>
                </a:lnTo>
                <a:close/>
                <a:moveTo>
                  <a:pt x="773" y="144214"/>
                </a:moveTo>
                <a:cubicBezTo>
                  <a:pt x="5614" y="196131"/>
                  <a:pt x="40534" y="239344"/>
                  <a:pt x="87971" y="256135"/>
                </a:cubicBezTo>
                <a:cubicBezTo>
                  <a:pt x="71334" y="229249"/>
                  <a:pt x="59952" y="188302"/>
                  <a:pt x="58149" y="144214"/>
                </a:cubicBezTo>
                <a:lnTo>
                  <a:pt x="773" y="144214"/>
                </a:lnTo>
                <a:close/>
                <a:moveTo>
                  <a:pt x="205969" y="144214"/>
                </a:moveTo>
                <a:cubicBezTo>
                  <a:pt x="204166" y="188302"/>
                  <a:pt x="192783" y="229249"/>
                  <a:pt x="176147" y="256135"/>
                </a:cubicBezTo>
                <a:cubicBezTo>
                  <a:pt x="223583" y="239292"/>
                  <a:pt x="258504" y="196131"/>
                  <a:pt x="263345" y="144214"/>
                </a:cubicBezTo>
                <a:lnTo>
                  <a:pt x="205969" y="144214"/>
                </a:lnTo>
                <a:close/>
                <a:moveTo>
                  <a:pt x="263345" y="119492"/>
                </a:moveTo>
                <a:cubicBezTo>
                  <a:pt x="258504" y="67575"/>
                  <a:pt x="223583" y="24362"/>
                  <a:pt x="176147" y="7571"/>
                </a:cubicBezTo>
                <a:cubicBezTo>
                  <a:pt x="192783" y="34457"/>
                  <a:pt x="204166" y="75403"/>
                  <a:pt x="205969" y="119492"/>
                </a:cubicBezTo>
                <a:lnTo>
                  <a:pt x="263345" y="11949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6347619" y="6146105"/>
            <a:ext cx="154707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52906" y="5667918"/>
            <a:ext cx="1765071" cy="833310"/>
          </a:xfrm>
          <a:custGeom>
            <a:avLst/>
            <a:gdLst/>
            <a:ahLst/>
            <a:cxnLst/>
            <a:rect l="l" t="t" r="r" b="b"/>
            <a:pathLst>
              <a:path w="1765071" h="833310">
                <a:moveTo>
                  <a:pt x="70323" y="0"/>
                </a:moveTo>
                <a:lnTo>
                  <a:pt x="1694748" y="0"/>
                </a:lnTo>
                <a:cubicBezTo>
                  <a:pt x="1733586" y="0"/>
                  <a:pt x="1765071" y="31485"/>
                  <a:pt x="1765071" y="70323"/>
                </a:cubicBezTo>
                <a:lnTo>
                  <a:pt x="1765071" y="762987"/>
                </a:lnTo>
                <a:cubicBezTo>
                  <a:pt x="1765071" y="801800"/>
                  <a:pt x="1733560" y="833310"/>
                  <a:pt x="1694748" y="833310"/>
                </a:cubicBezTo>
                <a:lnTo>
                  <a:pt x="70323" y="833310"/>
                </a:lnTo>
                <a:cubicBezTo>
                  <a:pt x="31485" y="833310"/>
                  <a:pt x="0" y="801826"/>
                  <a:pt x="0" y="762987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23036" y="5812077"/>
            <a:ext cx="230743" cy="263706"/>
          </a:xfrm>
          <a:custGeom>
            <a:avLst/>
            <a:gdLst/>
            <a:ahLst/>
            <a:cxnLst/>
            <a:rect l="l" t="t" r="r" b="b"/>
            <a:pathLst>
              <a:path w="230743" h="263706">
                <a:moveTo>
                  <a:pt x="174499" y="-5099"/>
                </a:moveTo>
                <a:cubicBezTo>
                  <a:pt x="180628" y="-670"/>
                  <a:pt x="182894" y="7365"/>
                  <a:pt x="180113" y="14370"/>
                </a:cubicBezTo>
                <a:lnTo>
                  <a:pt x="139733" y="115371"/>
                </a:lnTo>
                <a:lnTo>
                  <a:pt x="214261" y="115371"/>
                </a:lnTo>
                <a:cubicBezTo>
                  <a:pt x="221214" y="115371"/>
                  <a:pt x="227395" y="119698"/>
                  <a:pt x="229764" y="126239"/>
                </a:cubicBezTo>
                <a:cubicBezTo>
                  <a:pt x="232133" y="132780"/>
                  <a:pt x="230125" y="140094"/>
                  <a:pt x="224820" y="144523"/>
                </a:cubicBezTo>
                <a:lnTo>
                  <a:pt x="76485" y="268135"/>
                </a:lnTo>
                <a:cubicBezTo>
                  <a:pt x="70665" y="272977"/>
                  <a:pt x="62373" y="273234"/>
                  <a:pt x="56244" y="268805"/>
                </a:cubicBezTo>
                <a:cubicBezTo>
                  <a:pt x="50114" y="264375"/>
                  <a:pt x="47848" y="256341"/>
                  <a:pt x="50629" y="249336"/>
                </a:cubicBezTo>
                <a:lnTo>
                  <a:pt x="91009" y="148335"/>
                </a:lnTo>
                <a:lnTo>
                  <a:pt x="16482" y="148335"/>
                </a:lnTo>
                <a:cubicBezTo>
                  <a:pt x="9528" y="148335"/>
                  <a:pt x="3348" y="144008"/>
                  <a:pt x="979" y="137467"/>
                </a:cubicBezTo>
                <a:cubicBezTo>
                  <a:pt x="-1391" y="130926"/>
                  <a:pt x="618" y="123612"/>
                  <a:pt x="5923" y="119183"/>
                </a:cubicBezTo>
                <a:lnTo>
                  <a:pt x="154258" y="-4429"/>
                </a:lnTo>
                <a:cubicBezTo>
                  <a:pt x="160078" y="-9271"/>
                  <a:pt x="168370" y="-9528"/>
                  <a:pt x="174499" y="-509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8261904" y="6146105"/>
            <a:ext cx="154707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67190" y="5667918"/>
            <a:ext cx="1765071" cy="833310"/>
          </a:xfrm>
          <a:custGeom>
            <a:avLst/>
            <a:gdLst/>
            <a:ahLst/>
            <a:cxnLst/>
            <a:rect l="l" t="t" r="r" b="b"/>
            <a:pathLst>
              <a:path w="1765071" h="833310">
                <a:moveTo>
                  <a:pt x="70323" y="0"/>
                </a:moveTo>
                <a:lnTo>
                  <a:pt x="1694748" y="0"/>
                </a:lnTo>
                <a:cubicBezTo>
                  <a:pt x="1733586" y="0"/>
                  <a:pt x="1765071" y="31485"/>
                  <a:pt x="1765071" y="70323"/>
                </a:cubicBezTo>
                <a:lnTo>
                  <a:pt x="1765071" y="762987"/>
                </a:lnTo>
                <a:cubicBezTo>
                  <a:pt x="1765071" y="801800"/>
                  <a:pt x="1733560" y="833310"/>
                  <a:pt x="1694748" y="833310"/>
                </a:cubicBezTo>
                <a:lnTo>
                  <a:pt x="70323" y="833310"/>
                </a:lnTo>
                <a:cubicBezTo>
                  <a:pt x="31485" y="833310"/>
                  <a:pt x="0" y="801826"/>
                  <a:pt x="0" y="762987"/>
                </a:cubicBezTo>
                <a:lnTo>
                  <a:pt x="0" y="70323"/>
                </a:lnTo>
                <a:cubicBezTo>
                  <a:pt x="0" y="31485"/>
                  <a:pt x="31485" y="0"/>
                  <a:pt x="70323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20840" y="5812077"/>
            <a:ext cx="263706" cy="263706"/>
          </a:xfrm>
          <a:custGeom>
            <a:avLst/>
            <a:gdLst/>
            <a:ahLst/>
            <a:cxnLst/>
            <a:rect l="l" t="t" r="r" b="b"/>
            <a:pathLst>
              <a:path w="263706" h="263706">
                <a:moveTo>
                  <a:pt x="65926" y="164816"/>
                </a:moveTo>
                <a:lnTo>
                  <a:pt x="12619" y="164816"/>
                </a:lnTo>
                <a:cubicBezTo>
                  <a:pt x="-206" y="164816"/>
                  <a:pt x="-8086" y="150858"/>
                  <a:pt x="-1494" y="139836"/>
                </a:cubicBezTo>
                <a:lnTo>
                  <a:pt x="25753" y="94409"/>
                </a:lnTo>
                <a:cubicBezTo>
                  <a:pt x="30233" y="86941"/>
                  <a:pt x="38268" y="82408"/>
                  <a:pt x="46973" y="82408"/>
                </a:cubicBezTo>
                <a:lnTo>
                  <a:pt x="95902" y="82408"/>
                </a:lnTo>
                <a:cubicBezTo>
                  <a:pt x="135098" y="16018"/>
                  <a:pt x="193556" y="12670"/>
                  <a:pt x="232648" y="18387"/>
                </a:cubicBezTo>
                <a:cubicBezTo>
                  <a:pt x="239241" y="19366"/>
                  <a:pt x="244391" y="24516"/>
                  <a:pt x="245319" y="31058"/>
                </a:cubicBezTo>
                <a:cubicBezTo>
                  <a:pt x="251036" y="70150"/>
                  <a:pt x="247688" y="128608"/>
                  <a:pt x="181298" y="167803"/>
                </a:cubicBezTo>
                <a:lnTo>
                  <a:pt x="181298" y="216733"/>
                </a:lnTo>
                <a:cubicBezTo>
                  <a:pt x="181298" y="225438"/>
                  <a:pt x="176765" y="233472"/>
                  <a:pt x="169297" y="237953"/>
                </a:cubicBezTo>
                <a:lnTo>
                  <a:pt x="123870" y="265199"/>
                </a:lnTo>
                <a:cubicBezTo>
                  <a:pt x="112899" y="271792"/>
                  <a:pt x="98890" y="263860"/>
                  <a:pt x="98890" y="251087"/>
                </a:cubicBezTo>
                <a:lnTo>
                  <a:pt x="98890" y="197779"/>
                </a:lnTo>
                <a:cubicBezTo>
                  <a:pt x="98890" y="179598"/>
                  <a:pt x="84108" y="164816"/>
                  <a:pt x="65926" y="164816"/>
                </a:cubicBezTo>
                <a:lnTo>
                  <a:pt x="65875" y="164816"/>
                </a:lnTo>
                <a:close/>
                <a:moveTo>
                  <a:pt x="206020" y="82408"/>
                </a:moveTo>
                <a:cubicBezTo>
                  <a:pt x="206020" y="68763"/>
                  <a:pt x="194942" y="57686"/>
                  <a:pt x="181298" y="57686"/>
                </a:cubicBezTo>
                <a:cubicBezTo>
                  <a:pt x="167653" y="57686"/>
                  <a:pt x="156575" y="68763"/>
                  <a:pt x="156575" y="82408"/>
                </a:cubicBezTo>
                <a:cubicBezTo>
                  <a:pt x="156575" y="96053"/>
                  <a:pt x="167653" y="107130"/>
                  <a:pt x="181298" y="107130"/>
                </a:cubicBezTo>
                <a:cubicBezTo>
                  <a:pt x="194942" y="107130"/>
                  <a:pt x="206020" y="96053"/>
                  <a:pt x="206020" y="8240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10176189" y="6146105"/>
            <a:ext cx="154707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346364"/>
            <a:ext cx="69273" cy="554182"/>
          </a:xfrm>
          <a:custGeom>
            <a:avLst/>
            <a:gdLst/>
            <a:ahLst/>
            <a:cxnLst/>
            <a:rect l="l" t="t" r="r" b="b"/>
            <a:pathLst>
              <a:path w="69273" h="554182">
                <a:moveTo>
                  <a:pt x="0" y="0"/>
                </a:moveTo>
                <a:lnTo>
                  <a:pt x="69273" y="0"/>
                </a:lnTo>
                <a:lnTo>
                  <a:pt x="69273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54182" y="415636"/>
            <a:ext cx="3749386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7748" y="1676400"/>
            <a:ext cx="684068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5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1755" y="1479044"/>
            <a:ext cx="10679109" cy="3614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Collaborative Code Editor (Development teams need a platform where multiple programmers can join a shared workspace and simultaneously edit, run, and debug code in real-time)</a:t>
            </a:r>
            <a:endParaRPr lang="en-US" sz="4000" dirty="0"/>
          </a:p>
        </p:txBody>
      </p:sp>
      <p:sp>
        <p:nvSpPr>
          <p:cNvPr id="47" name="Shape 45"/>
          <p:cNvSpPr/>
          <p:nvPr/>
        </p:nvSpPr>
        <p:spPr>
          <a:xfrm>
            <a:off x="2668037" y="5197065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554182" y="5151859"/>
            <a:ext cx="1127256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unified, web-based collaborative editor addresses all three challenges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49250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114425"/>
            <a:ext cx="7570788" cy="1371600"/>
          </a:xfrm>
          <a:custGeom>
            <a:avLst/>
            <a:gdLst/>
            <a:ahLst/>
            <a:cxnLst/>
            <a:rect l="l" t="t" r="r" b="b"/>
            <a:pathLst>
              <a:path w="7570788" h="1371600">
                <a:moveTo>
                  <a:pt x="63505" y="0"/>
                </a:moveTo>
                <a:lnTo>
                  <a:pt x="7507282" y="0"/>
                </a:lnTo>
                <a:cubicBezTo>
                  <a:pt x="7542355" y="0"/>
                  <a:pt x="7570788" y="28432"/>
                  <a:pt x="7570788" y="63505"/>
                </a:cubicBezTo>
                <a:lnTo>
                  <a:pt x="7570788" y="1308095"/>
                </a:lnTo>
                <a:cubicBezTo>
                  <a:pt x="7570788" y="1343168"/>
                  <a:pt x="7542355" y="1371600"/>
                  <a:pt x="7507282" y="1371600"/>
                </a:cubicBezTo>
                <a:lnTo>
                  <a:pt x="63505" y="1371600"/>
                </a:lnTo>
                <a:cubicBezTo>
                  <a:pt x="28432" y="1371600"/>
                  <a:pt x="0" y="1343168"/>
                  <a:pt x="0" y="1308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9100" y="1355625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63501" y="0"/>
                </a:moveTo>
                <a:lnTo>
                  <a:pt x="825499" y="0"/>
                </a:lnTo>
                <a:cubicBezTo>
                  <a:pt x="860570" y="0"/>
                  <a:pt x="889000" y="28430"/>
                  <a:pt x="889000" y="63501"/>
                </a:cubicBezTo>
                <a:lnTo>
                  <a:pt x="889000" y="825499"/>
                </a:lnTo>
                <a:cubicBezTo>
                  <a:pt x="889000" y="860570"/>
                  <a:pt x="860570" y="889000"/>
                  <a:pt x="82549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6913" y="1609625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435100" y="1212848"/>
            <a:ext cx="645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35100" y="1530250"/>
            <a:ext cx="642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1000" dirty="0">
                <a:solidFill>
                  <a:srgbClr val="A0AAB3"/>
                </a:solidFill>
                <a:latin typeface="Quattrocento Sans" pitchFamily="34" charset="0"/>
              </a:rPr>
              <a:t>Relational database management system for structured data storage</a:t>
            </a:r>
            <a:endParaRPr lang="en-US" sz="1000" dirty="0">
              <a:solidFill>
                <a:srgbClr val="A0AAB3"/>
              </a:solidFill>
              <a:latin typeface="Quattrocento Sans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82725" y="178425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1657350" y="1752500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users, workspaces, files, version history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82725" y="20065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1657350" y="1974750"/>
            <a:ext cx="3362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</a:rPr>
              <a:t>Uses tables, rows, and columns with predefined schemas</a:t>
            </a:r>
          </a:p>
        </p:txBody>
      </p:sp>
      <p:sp>
        <p:nvSpPr>
          <p:cNvPr id="14" name="Shape 12"/>
          <p:cNvSpPr/>
          <p:nvPr/>
        </p:nvSpPr>
        <p:spPr>
          <a:xfrm>
            <a:off x="1482725" y="222875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1657350" y="2196999"/>
            <a:ext cx="3362519" cy="19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EAEAEA"/>
                </a:solidFill>
                <a:latin typeface="Quattrocento Sans" pitchFamily="34" charset="0"/>
              </a:rPr>
              <a:t>Supports SQL queries for efficient data retrieval and updates</a:t>
            </a:r>
          </a:p>
        </p:txBody>
      </p:sp>
      <p:sp>
        <p:nvSpPr>
          <p:cNvPr id="16" name="Shape 14"/>
          <p:cNvSpPr/>
          <p:nvPr/>
        </p:nvSpPr>
        <p:spPr>
          <a:xfrm>
            <a:off x="320675" y="2619275"/>
            <a:ext cx="7570788" cy="1371600"/>
          </a:xfrm>
          <a:custGeom>
            <a:avLst/>
            <a:gdLst/>
            <a:ahLst/>
            <a:cxnLst/>
            <a:rect l="l" t="t" r="r" b="b"/>
            <a:pathLst>
              <a:path w="7570788" h="1371600">
                <a:moveTo>
                  <a:pt x="63505" y="0"/>
                </a:moveTo>
                <a:lnTo>
                  <a:pt x="7507282" y="0"/>
                </a:lnTo>
                <a:cubicBezTo>
                  <a:pt x="7542355" y="0"/>
                  <a:pt x="7570788" y="28432"/>
                  <a:pt x="7570788" y="63505"/>
                </a:cubicBezTo>
                <a:lnTo>
                  <a:pt x="7570788" y="1308095"/>
                </a:lnTo>
                <a:cubicBezTo>
                  <a:pt x="7570788" y="1343168"/>
                  <a:pt x="7542355" y="1371600"/>
                  <a:pt x="7507282" y="1371600"/>
                </a:cubicBezTo>
                <a:lnTo>
                  <a:pt x="63505" y="1371600"/>
                </a:lnTo>
                <a:cubicBezTo>
                  <a:pt x="28432" y="1371600"/>
                  <a:pt x="0" y="1343168"/>
                  <a:pt x="0" y="1308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A0AAB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100" y="2860477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63501" y="0"/>
                </a:moveTo>
                <a:lnTo>
                  <a:pt x="825499" y="0"/>
                </a:lnTo>
                <a:cubicBezTo>
                  <a:pt x="860570" y="0"/>
                  <a:pt x="889000" y="28430"/>
                  <a:pt x="889000" y="63501"/>
                </a:cubicBezTo>
                <a:lnTo>
                  <a:pt x="889000" y="825499"/>
                </a:lnTo>
                <a:cubicBezTo>
                  <a:pt x="889000" y="860570"/>
                  <a:pt x="860570" y="889000"/>
                  <a:pt x="82549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A0AAB3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6913" y="311447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9" name="Text 17"/>
          <p:cNvSpPr/>
          <p:nvPr/>
        </p:nvSpPr>
        <p:spPr>
          <a:xfrm>
            <a:off x="1435100" y="2717700"/>
            <a:ext cx="645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100" y="3035102"/>
            <a:ext cx="642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Minimalist backend framework for Node.js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82725" y="3289102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20"/>
          <p:cNvSpPr/>
          <p:nvPr/>
        </p:nvSpPr>
        <p:spPr>
          <a:xfrm>
            <a:off x="1657350" y="3257352"/>
            <a:ext cx="243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endpoints for CRUD operations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82725" y="3511352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2"/>
          <p:cNvSpPr/>
          <p:nvPr/>
        </p:nvSpPr>
        <p:spPr>
          <a:xfrm>
            <a:off x="1657350" y="3479602"/>
            <a:ext cx="255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Middleware for authentication, logging, CORS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82725" y="3733602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6" name="Text 24"/>
          <p:cNvSpPr/>
          <p:nvPr/>
        </p:nvSpPr>
        <p:spPr>
          <a:xfrm>
            <a:off x="1657350" y="3701852"/>
            <a:ext cx="226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request routing and error handling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675" y="4124125"/>
            <a:ext cx="7570788" cy="1371600"/>
          </a:xfrm>
          <a:custGeom>
            <a:avLst/>
            <a:gdLst/>
            <a:ahLst/>
            <a:cxnLst/>
            <a:rect l="l" t="t" r="r" b="b"/>
            <a:pathLst>
              <a:path w="7570788" h="1371600">
                <a:moveTo>
                  <a:pt x="63505" y="0"/>
                </a:moveTo>
                <a:lnTo>
                  <a:pt x="7507282" y="0"/>
                </a:lnTo>
                <a:cubicBezTo>
                  <a:pt x="7542355" y="0"/>
                  <a:pt x="7570788" y="28432"/>
                  <a:pt x="7570788" y="63505"/>
                </a:cubicBezTo>
                <a:lnTo>
                  <a:pt x="7570788" y="1308095"/>
                </a:lnTo>
                <a:cubicBezTo>
                  <a:pt x="7570788" y="1343168"/>
                  <a:pt x="7542355" y="1371600"/>
                  <a:pt x="7507282" y="1371600"/>
                </a:cubicBezTo>
                <a:lnTo>
                  <a:pt x="63505" y="1371600"/>
                </a:lnTo>
                <a:cubicBezTo>
                  <a:pt x="28432" y="1371600"/>
                  <a:pt x="0" y="1343168"/>
                  <a:pt x="0" y="1308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100" y="4365327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63501" y="0"/>
                </a:moveTo>
                <a:lnTo>
                  <a:pt x="825499" y="0"/>
                </a:lnTo>
                <a:cubicBezTo>
                  <a:pt x="860570" y="0"/>
                  <a:pt x="889000" y="28430"/>
                  <a:pt x="889000" y="63501"/>
                </a:cubicBezTo>
                <a:lnTo>
                  <a:pt x="889000" y="825499"/>
                </a:lnTo>
                <a:cubicBezTo>
                  <a:pt x="889000" y="860570"/>
                  <a:pt x="860570" y="889000"/>
                  <a:pt x="82549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73100" y="46193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1200" y="131862"/>
                </a:moveTo>
                <a:cubicBezTo>
                  <a:pt x="307181" y="130522"/>
                  <a:pt x="303163" y="129257"/>
                  <a:pt x="299145" y="128067"/>
                </a:cubicBezTo>
                <a:cubicBezTo>
                  <a:pt x="299814" y="125313"/>
                  <a:pt x="300410" y="122560"/>
                  <a:pt x="301005" y="119807"/>
                </a:cubicBezTo>
                <a:cubicBezTo>
                  <a:pt x="310158" y="75456"/>
                  <a:pt x="304130" y="39812"/>
                  <a:pt x="283815" y="28054"/>
                </a:cubicBezTo>
                <a:cubicBezTo>
                  <a:pt x="264244" y="16818"/>
                  <a:pt x="232321" y="28501"/>
                  <a:pt x="200025" y="56629"/>
                </a:cubicBezTo>
                <a:cubicBezTo>
                  <a:pt x="196825" y="59382"/>
                  <a:pt x="193700" y="62285"/>
                  <a:pt x="190723" y="65187"/>
                </a:cubicBezTo>
                <a:cubicBezTo>
                  <a:pt x="188714" y="63252"/>
                  <a:pt x="186630" y="61317"/>
                  <a:pt x="184547" y="59457"/>
                </a:cubicBezTo>
                <a:cubicBezTo>
                  <a:pt x="150688" y="29394"/>
                  <a:pt x="116756" y="16743"/>
                  <a:pt x="96441" y="28575"/>
                </a:cubicBezTo>
                <a:cubicBezTo>
                  <a:pt x="76944" y="39886"/>
                  <a:pt x="71140" y="73447"/>
                  <a:pt x="79325" y="115416"/>
                </a:cubicBezTo>
                <a:cubicBezTo>
                  <a:pt x="80144" y="119583"/>
                  <a:pt x="81037" y="123676"/>
                  <a:pt x="82079" y="127843"/>
                </a:cubicBezTo>
                <a:cubicBezTo>
                  <a:pt x="77316" y="129183"/>
                  <a:pt x="72628" y="130671"/>
                  <a:pt x="68238" y="132234"/>
                </a:cubicBezTo>
                <a:cubicBezTo>
                  <a:pt x="28501" y="146000"/>
                  <a:pt x="0" y="167729"/>
                  <a:pt x="0" y="190202"/>
                </a:cubicBezTo>
                <a:cubicBezTo>
                  <a:pt x="0" y="213420"/>
                  <a:pt x="30361" y="236711"/>
                  <a:pt x="71661" y="250850"/>
                </a:cubicBezTo>
                <a:cubicBezTo>
                  <a:pt x="75009" y="251966"/>
                  <a:pt x="78358" y="253082"/>
                  <a:pt x="81781" y="254050"/>
                </a:cubicBezTo>
                <a:cubicBezTo>
                  <a:pt x="80665" y="258514"/>
                  <a:pt x="79697" y="262905"/>
                  <a:pt x="78804" y="267444"/>
                </a:cubicBezTo>
                <a:cubicBezTo>
                  <a:pt x="70991" y="308744"/>
                  <a:pt x="77093" y="341486"/>
                  <a:pt x="96589" y="352723"/>
                </a:cubicBezTo>
                <a:cubicBezTo>
                  <a:pt x="116681" y="364331"/>
                  <a:pt x="150465" y="352425"/>
                  <a:pt x="183356" y="323627"/>
                </a:cubicBezTo>
                <a:cubicBezTo>
                  <a:pt x="185961" y="321320"/>
                  <a:pt x="188565" y="318939"/>
                  <a:pt x="191170" y="316409"/>
                </a:cubicBezTo>
                <a:cubicBezTo>
                  <a:pt x="194444" y="319608"/>
                  <a:pt x="197867" y="322659"/>
                  <a:pt x="201290" y="325636"/>
                </a:cubicBezTo>
                <a:cubicBezTo>
                  <a:pt x="233139" y="353020"/>
                  <a:pt x="264616" y="364108"/>
                  <a:pt x="284038" y="352871"/>
                </a:cubicBezTo>
                <a:cubicBezTo>
                  <a:pt x="304130" y="341263"/>
                  <a:pt x="310679" y="306065"/>
                  <a:pt x="302196" y="263203"/>
                </a:cubicBezTo>
                <a:cubicBezTo>
                  <a:pt x="301526" y="259928"/>
                  <a:pt x="300782" y="256580"/>
                  <a:pt x="299963" y="253157"/>
                </a:cubicBezTo>
                <a:cubicBezTo>
                  <a:pt x="302344" y="252487"/>
                  <a:pt x="304651" y="251743"/>
                  <a:pt x="306958" y="250999"/>
                </a:cubicBezTo>
                <a:cubicBezTo>
                  <a:pt x="349895" y="236786"/>
                  <a:pt x="381000" y="213792"/>
                  <a:pt x="381000" y="190202"/>
                </a:cubicBezTo>
                <a:cubicBezTo>
                  <a:pt x="381000" y="167655"/>
                  <a:pt x="351681" y="145777"/>
                  <a:pt x="311200" y="131862"/>
                </a:cubicBezTo>
                <a:close/>
                <a:moveTo>
                  <a:pt x="210517" y="68684"/>
                </a:moveTo>
                <a:cubicBezTo>
                  <a:pt x="238199" y="44574"/>
                  <a:pt x="264021" y="35123"/>
                  <a:pt x="275779" y="41895"/>
                </a:cubicBezTo>
                <a:cubicBezTo>
                  <a:pt x="288354" y="49113"/>
                  <a:pt x="293191" y="78284"/>
                  <a:pt x="285304" y="116607"/>
                </a:cubicBezTo>
                <a:cubicBezTo>
                  <a:pt x="284783" y="119137"/>
                  <a:pt x="284262" y="121593"/>
                  <a:pt x="283592" y="124048"/>
                </a:cubicBezTo>
                <a:cubicBezTo>
                  <a:pt x="267072" y="120328"/>
                  <a:pt x="250329" y="117649"/>
                  <a:pt x="233511" y="116160"/>
                </a:cubicBezTo>
                <a:cubicBezTo>
                  <a:pt x="223837" y="102319"/>
                  <a:pt x="213271" y="89074"/>
                  <a:pt x="201811" y="76646"/>
                </a:cubicBezTo>
                <a:cubicBezTo>
                  <a:pt x="204713" y="73893"/>
                  <a:pt x="207541" y="71289"/>
                  <a:pt x="210517" y="68684"/>
                </a:cubicBezTo>
                <a:close/>
                <a:moveTo>
                  <a:pt x="124420" y="228823"/>
                </a:moveTo>
                <a:cubicBezTo>
                  <a:pt x="128215" y="235297"/>
                  <a:pt x="132085" y="241771"/>
                  <a:pt x="136178" y="248096"/>
                </a:cubicBezTo>
                <a:cubicBezTo>
                  <a:pt x="124569" y="246831"/>
                  <a:pt x="113035" y="244971"/>
                  <a:pt x="101650" y="242515"/>
                </a:cubicBezTo>
                <a:cubicBezTo>
                  <a:pt x="104924" y="231800"/>
                  <a:pt x="109017" y="220712"/>
                  <a:pt x="113779" y="209401"/>
                </a:cubicBezTo>
                <a:cubicBezTo>
                  <a:pt x="117202" y="215950"/>
                  <a:pt x="120700" y="222424"/>
                  <a:pt x="124420" y="228823"/>
                </a:cubicBezTo>
                <a:close/>
                <a:moveTo>
                  <a:pt x="101873" y="139303"/>
                </a:moveTo>
                <a:cubicBezTo>
                  <a:pt x="112588" y="136922"/>
                  <a:pt x="123974" y="134987"/>
                  <a:pt x="135806" y="133499"/>
                </a:cubicBezTo>
                <a:cubicBezTo>
                  <a:pt x="131862" y="139675"/>
                  <a:pt x="127992" y="146000"/>
                  <a:pt x="124346" y="152400"/>
                </a:cubicBezTo>
                <a:cubicBezTo>
                  <a:pt x="120700" y="158725"/>
                  <a:pt x="117128" y="165199"/>
                  <a:pt x="113779" y="171748"/>
                </a:cubicBezTo>
                <a:cubicBezTo>
                  <a:pt x="109091" y="160660"/>
                  <a:pt x="105147" y="149796"/>
                  <a:pt x="101873" y="139303"/>
                </a:cubicBezTo>
                <a:close/>
                <a:moveTo>
                  <a:pt x="122262" y="190574"/>
                </a:moveTo>
                <a:cubicBezTo>
                  <a:pt x="127174" y="180305"/>
                  <a:pt x="132531" y="170259"/>
                  <a:pt x="138187" y="160362"/>
                </a:cubicBezTo>
                <a:cubicBezTo>
                  <a:pt x="143842" y="150465"/>
                  <a:pt x="149944" y="140866"/>
                  <a:pt x="156344" y="131415"/>
                </a:cubicBezTo>
                <a:cubicBezTo>
                  <a:pt x="167506" y="130597"/>
                  <a:pt x="178891" y="130150"/>
                  <a:pt x="190500" y="130150"/>
                </a:cubicBezTo>
                <a:cubicBezTo>
                  <a:pt x="202109" y="130150"/>
                  <a:pt x="213568" y="130597"/>
                  <a:pt x="224656" y="131415"/>
                </a:cubicBezTo>
                <a:cubicBezTo>
                  <a:pt x="230981" y="140791"/>
                  <a:pt x="237009" y="150391"/>
                  <a:pt x="242739" y="160213"/>
                </a:cubicBezTo>
                <a:cubicBezTo>
                  <a:pt x="248469" y="170036"/>
                  <a:pt x="253826" y="180082"/>
                  <a:pt x="258887" y="190277"/>
                </a:cubicBezTo>
                <a:cubicBezTo>
                  <a:pt x="253901" y="200546"/>
                  <a:pt x="248543" y="210666"/>
                  <a:pt x="242813" y="220638"/>
                </a:cubicBezTo>
                <a:cubicBezTo>
                  <a:pt x="237158" y="230535"/>
                  <a:pt x="231130" y="240134"/>
                  <a:pt x="224805" y="249659"/>
                </a:cubicBezTo>
                <a:cubicBezTo>
                  <a:pt x="213717" y="250478"/>
                  <a:pt x="202183" y="250850"/>
                  <a:pt x="190500" y="250850"/>
                </a:cubicBezTo>
                <a:cubicBezTo>
                  <a:pt x="178817" y="250850"/>
                  <a:pt x="167506" y="250478"/>
                  <a:pt x="156567" y="249808"/>
                </a:cubicBezTo>
                <a:cubicBezTo>
                  <a:pt x="150093" y="240357"/>
                  <a:pt x="143991" y="230684"/>
                  <a:pt x="138261" y="220787"/>
                </a:cubicBezTo>
                <a:cubicBezTo>
                  <a:pt x="132531" y="210889"/>
                  <a:pt x="127248" y="200844"/>
                  <a:pt x="122262" y="190574"/>
                </a:cubicBezTo>
                <a:close/>
                <a:moveTo>
                  <a:pt x="256654" y="228674"/>
                </a:moveTo>
                <a:cubicBezTo>
                  <a:pt x="260449" y="222126"/>
                  <a:pt x="264021" y="215503"/>
                  <a:pt x="267519" y="208806"/>
                </a:cubicBezTo>
                <a:cubicBezTo>
                  <a:pt x="272281" y="219596"/>
                  <a:pt x="276448" y="230535"/>
                  <a:pt x="280095" y="241771"/>
                </a:cubicBezTo>
                <a:cubicBezTo>
                  <a:pt x="268560" y="244376"/>
                  <a:pt x="256877" y="246385"/>
                  <a:pt x="245120" y="247724"/>
                </a:cubicBezTo>
                <a:cubicBezTo>
                  <a:pt x="249138" y="241474"/>
                  <a:pt x="252933" y="235074"/>
                  <a:pt x="256654" y="228674"/>
                </a:cubicBezTo>
                <a:close/>
                <a:moveTo>
                  <a:pt x="267370" y="171748"/>
                </a:moveTo>
                <a:cubicBezTo>
                  <a:pt x="263872" y="165199"/>
                  <a:pt x="260300" y="158651"/>
                  <a:pt x="256580" y="152251"/>
                </a:cubicBezTo>
                <a:cubicBezTo>
                  <a:pt x="252933" y="145926"/>
                  <a:pt x="249138" y="139675"/>
                  <a:pt x="245194" y="133499"/>
                </a:cubicBezTo>
                <a:cubicBezTo>
                  <a:pt x="257175" y="134987"/>
                  <a:pt x="268635" y="136996"/>
                  <a:pt x="279350" y="139452"/>
                </a:cubicBezTo>
                <a:cubicBezTo>
                  <a:pt x="275927" y="150465"/>
                  <a:pt x="271909" y="161181"/>
                  <a:pt x="267370" y="171748"/>
                </a:cubicBezTo>
                <a:close/>
                <a:moveTo>
                  <a:pt x="190649" y="88032"/>
                </a:moveTo>
                <a:cubicBezTo>
                  <a:pt x="198462" y="96515"/>
                  <a:pt x="205829" y="105445"/>
                  <a:pt x="212675" y="114672"/>
                </a:cubicBezTo>
                <a:cubicBezTo>
                  <a:pt x="197941" y="114002"/>
                  <a:pt x="183133" y="114002"/>
                  <a:pt x="168399" y="114672"/>
                </a:cubicBezTo>
                <a:cubicBezTo>
                  <a:pt x="175692" y="105073"/>
                  <a:pt x="183207" y="96143"/>
                  <a:pt x="190649" y="88032"/>
                </a:cubicBezTo>
                <a:close/>
                <a:moveTo>
                  <a:pt x="104329" y="42416"/>
                </a:moveTo>
                <a:cubicBezTo>
                  <a:pt x="116830" y="35123"/>
                  <a:pt x="144587" y="45541"/>
                  <a:pt x="173831" y="71438"/>
                </a:cubicBezTo>
                <a:cubicBezTo>
                  <a:pt x="175692" y="73075"/>
                  <a:pt x="177552" y="74861"/>
                  <a:pt x="179487" y="76646"/>
                </a:cubicBezTo>
                <a:cubicBezTo>
                  <a:pt x="167953" y="89074"/>
                  <a:pt x="157311" y="102319"/>
                  <a:pt x="147563" y="116160"/>
                </a:cubicBezTo>
                <a:cubicBezTo>
                  <a:pt x="130746" y="117649"/>
                  <a:pt x="114077" y="120253"/>
                  <a:pt x="97557" y="123899"/>
                </a:cubicBezTo>
                <a:cubicBezTo>
                  <a:pt x="96589" y="120104"/>
                  <a:pt x="95771" y="116235"/>
                  <a:pt x="94952" y="112365"/>
                </a:cubicBezTo>
                <a:cubicBezTo>
                  <a:pt x="87957" y="76349"/>
                  <a:pt x="92571" y="49188"/>
                  <a:pt x="104329" y="42416"/>
                </a:cubicBezTo>
                <a:close/>
                <a:moveTo>
                  <a:pt x="86097" y="238571"/>
                </a:moveTo>
                <a:cubicBezTo>
                  <a:pt x="82972" y="237679"/>
                  <a:pt x="79921" y="236711"/>
                  <a:pt x="76870" y="235669"/>
                </a:cubicBezTo>
                <a:cubicBezTo>
                  <a:pt x="61020" y="230684"/>
                  <a:pt x="43011" y="222796"/>
                  <a:pt x="29989" y="212452"/>
                </a:cubicBezTo>
                <a:cubicBezTo>
                  <a:pt x="22473" y="207243"/>
                  <a:pt x="17413" y="199206"/>
                  <a:pt x="15999" y="190202"/>
                </a:cubicBezTo>
                <a:cubicBezTo>
                  <a:pt x="15999" y="176585"/>
                  <a:pt x="39514" y="159172"/>
                  <a:pt x="73447" y="147340"/>
                </a:cubicBezTo>
                <a:cubicBezTo>
                  <a:pt x="77688" y="145852"/>
                  <a:pt x="82004" y="144512"/>
                  <a:pt x="86320" y="143247"/>
                </a:cubicBezTo>
                <a:cubicBezTo>
                  <a:pt x="91380" y="159395"/>
                  <a:pt x="97482" y="175245"/>
                  <a:pt x="104552" y="190574"/>
                </a:cubicBezTo>
                <a:cubicBezTo>
                  <a:pt x="97408" y="206127"/>
                  <a:pt x="91232" y="222200"/>
                  <a:pt x="86097" y="238571"/>
                </a:cubicBezTo>
                <a:close/>
                <a:moveTo>
                  <a:pt x="172864" y="311497"/>
                </a:moveTo>
                <a:cubicBezTo>
                  <a:pt x="160586" y="322734"/>
                  <a:pt x="146372" y="331663"/>
                  <a:pt x="130894" y="337765"/>
                </a:cubicBezTo>
                <a:cubicBezTo>
                  <a:pt x="122634" y="341709"/>
                  <a:pt x="113109" y="342081"/>
                  <a:pt x="104626" y="338733"/>
                </a:cubicBezTo>
                <a:cubicBezTo>
                  <a:pt x="92794" y="331887"/>
                  <a:pt x="87883" y="305619"/>
                  <a:pt x="94580" y="270272"/>
                </a:cubicBezTo>
                <a:cubicBezTo>
                  <a:pt x="95399" y="266105"/>
                  <a:pt x="96292" y="261938"/>
                  <a:pt x="97334" y="257845"/>
                </a:cubicBezTo>
                <a:cubicBezTo>
                  <a:pt x="114002" y="261417"/>
                  <a:pt x="130820" y="263872"/>
                  <a:pt x="147861" y="265137"/>
                </a:cubicBezTo>
                <a:cubicBezTo>
                  <a:pt x="157683" y="279053"/>
                  <a:pt x="168473" y="292373"/>
                  <a:pt x="180008" y="304874"/>
                </a:cubicBezTo>
                <a:cubicBezTo>
                  <a:pt x="177626" y="307181"/>
                  <a:pt x="175245" y="309414"/>
                  <a:pt x="172864" y="311497"/>
                </a:cubicBezTo>
                <a:close/>
                <a:moveTo>
                  <a:pt x="191095" y="293415"/>
                </a:moveTo>
                <a:cubicBezTo>
                  <a:pt x="183505" y="285229"/>
                  <a:pt x="175915" y="276151"/>
                  <a:pt x="168548" y="266402"/>
                </a:cubicBezTo>
                <a:cubicBezTo>
                  <a:pt x="175692" y="266700"/>
                  <a:pt x="183059" y="266849"/>
                  <a:pt x="190500" y="266849"/>
                </a:cubicBezTo>
                <a:cubicBezTo>
                  <a:pt x="198165" y="266849"/>
                  <a:pt x="205680" y="266700"/>
                  <a:pt x="213122" y="266328"/>
                </a:cubicBezTo>
                <a:cubicBezTo>
                  <a:pt x="206276" y="275779"/>
                  <a:pt x="198909" y="284783"/>
                  <a:pt x="191095" y="293415"/>
                </a:cubicBezTo>
                <a:close/>
                <a:moveTo>
                  <a:pt x="288354" y="315739"/>
                </a:moveTo>
                <a:cubicBezTo>
                  <a:pt x="287685" y="324817"/>
                  <a:pt x="283220" y="333301"/>
                  <a:pt x="276076" y="339030"/>
                </a:cubicBezTo>
                <a:cubicBezTo>
                  <a:pt x="264244" y="345877"/>
                  <a:pt x="239018" y="336947"/>
                  <a:pt x="211782" y="313581"/>
                </a:cubicBezTo>
                <a:cubicBezTo>
                  <a:pt x="208657" y="310902"/>
                  <a:pt x="205532" y="308000"/>
                  <a:pt x="202332" y="305023"/>
                </a:cubicBezTo>
                <a:cubicBezTo>
                  <a:pt x="213717" y="292447"/>
                  <a:pt x="224210" y="279127"/>
                  <a:pt x="233735" y="265137"/>
                </a:cubicBezTo>
                <a:cubicBezTo>
                  <a:pt x="250775" y="263723"/>
                  <a:pt x="267742" y="261119"/>
                  <a:pt x="284485" y="257324"/>
                </a:cubicBezTo>
                <a:cubicBezTo>
                  <a:pt x="285229" y="260375"/>
                  <a:pt x="285899" y="263426"/>
                  <a:pt x="286494" y="266402"/>
                </a:cubicBezTo>
                <a:cubicBezTo>
                  <a:pt x="290140" y="282476"/>
                  <a:pt x="290736" y="299219"/>
                  <a:pt x="288354" y="315739"/>
                </a:cubicBezTo>
                <a:close/>
                <a:moveTo>
                  <a:pt x="301898" y="235744"/>
                </a:moveTo>
                <a:cubicBezTo>
                  <a:pt x="299814" y="236413"/>
                  <a:pt x="297731" y="237083"/>
                  <a:pt x="295573" y="237679"/>
                </a:cubicBezTo>
                <a:cubicBezTo>
                  <a:pt x="290364" y="221456"/>
                  <a:pt x="283964" y="205606"/>
                  <a:pt x="276597" y="190202"/>
                </a:cubicBezTo>
                <a:cubicBezTo>
                  <a:pt x="283741" y="175022"/>
                  <a:pt x="289768" y="159395"/>
                  <a:pt x="294829" y="143396"/>
                </a:cubicBezTo>
                <a:cubicBezTo>
                  <a:pt x="298698" y="144512"/>
                  <a:pt x="302419" y="145703"/>
                  <a:pt x="305991" y="146893"/>
                </a:cubicBezTo>
                <a:cubicBezTo>
                  <a:pt x="340668" y="158800"/>
                  <a:pt x="365001" y="176510"/>
                  <a:pt x="365001" y="190054"/>
                </a:cubicBezTo>
                <a:cubicBezTo>
                  <a:pt x="365001" y="204639"/>
                  <a:pt x="339030" y="223465"/>
                  <a:pt x="301898" y="235744"/>
                </a:cubicBezTo>
                <a:close/>
                <a:moveTo>
                  <a:pt x="190500" y="224582"/>
                </a:moveTo>
                <a:cubicBezTo>
                  <a:pt x="209310" y="224582"/>
                  <a:pt x="224582" y="209310"/>
                  <a:pt x="224582" y="190500"/>
                </a:cubicBezTo>
                <a:cubicBezTo>
                  <a:pt x="224582" y="171690"/>
                  <a:pt x="209310" y="156418"/>
                  <a:pt x="190500" y="156418"/>
                </a:cubicBezTo>
                <a:cubicBezTo>
                  <a:pt x="171690" y="156418"/>
                  <a:pt x="156418" y="171690"/>
                  <a:pt x="156418" y="190500"/>
                </a:cubicBezTo>
                <a:cubicBezTo>
                  <a:pt x="156418" y="209310"/>
                  <a:pt x="171690" y="224582"/>
                  <a:pt x="190500" y="22458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Text 28"/>
          <p:cNvSpPr/>
          <p:nvPr/>
        </p:nvSpPr>
        <p:spPr>
          <a:xfrm>
            <a:off x="1435100" y="4222550"/>
            <a:ext cx="645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35100" y="4539952"/>
            <a:ext cx="642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UI library for interactive interfaces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82725" y="4793952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1"/>
          <p:cNvSpPr/>
          <p:nvPr/>
        </p:nvSpPr>
        <p:spPr>
          <a:xfrm>
            <a:off x="1657350" y="4762202"/>
            <a:ext cx="237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Monaco Editor integration for code editing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82725" y="5016202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1657350" y="4984452"/>
            <a:ext cx="265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management with Hooks and Context API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482725" y="5238452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5"/>
          <p:cNvSpPr/>
          <p:nvPr/>
        </p:nvSpPr>
        <p:spPr>
          <a:xfrm>
            <a:off x="1657350" y="5206702"/>
            <a:ext cx="203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components for scalability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88908" y="1114425"/>
            <a:ext cx="3784600" cy="1117600"/>
          </a:xfrm>
          <a:custGeom>
            <a:avLst/>
            <a:gdLst/>
            <a:ahLst/>
            <a:cxnLst/>
            <a:rect l="l" t="t" r="r" b="b"/>
            <a:pathLst>
              <a:path w="3784600" h="1117600">
                <a:moveTo>
                  <a:pt x="63502" y="0"/>
                </a:moveTo>
                <a:lnTo>
                  <a:pt x="3721098" y="0"/>
                </a:lnTo>
                <a:cubicBezTo>
                  <a:pt x="3756169" y="0"/>
                  <a:pt x="3784600" y="28431"/>
                  <a:pt x="3784600" y="63502"/>
                </a:cubicBezTo>
                <a:lnTo>
                  <a:pt x="3784600" y="1054098"/>
                </a:lnTo>
                <a:cubicBezTo>
                  <a:pt x="3784600" y="1089169"/>
                  <a:pt x="3756169" y="1117600"/>
                  <a:pt x="3721098" y="1117600"/>
                </a:cubicBezTo>
                <a:lnTo>
                  <a:pt x="63502" y="1117600"/>
                </a:lnTo>
                <a:cubicBezTo>
                  <a:pt x="28431" y="1117600"/>
                  <a:pt x="0" y="1089169"/>
                  <a:pt x="0" y="1054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A0AAB3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7333" y="12922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3497" y="0"/>
                </a:moveTo>
                <a:lnTo>
                  <a:pt x="698503" y="0"/>
                </a:lnTo>
                <a:cubicBezTo>
                  <a:pt x="733571" y="0"/>
                  <a:pt x="762000" y="28429"/>
                  <a:pt x="762000" y="63497"/>
                </a:cubicBezTo>
                <a:lnTo>
                  <a:pt x="762000" y="698503"/>
                </a:lnTo>
                <a:cubicBezTo>
                  <a:pt x="762000" y="733571"/>
                  <a:pt x="733571" y="762000"/>
                  <a:pt x="69850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A0AAB3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01645" y="148272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7060" y="378023"/>
                </a:moveTo>
                <a:cubicBezTo>
                  <a:pt x="162074" y="378023"/>
                  <a:pt x="157014" y="376684"/>
                  <a:pt x="152623" y="374154"/>
                </a:cubicBezTo>
                <a:lnTo>
                  <a:pt x="106710" y="346993"/>
                </a:lnTo>
                <a:cubicBezTo>
                  <a:pt x="99864" y="343123"/>
                  <a:pt x="103212" y="341784"/>
                  <a:pt x="105445" y="341040"/>
                </a:cubicBezTo>
                <a:cubicBezTo>
                  <a:pt x="114598" y="337840"/>
                  <a:pt x="116458" y="337170"/>
                  <a:pt x="126206" y="331589"/>
                </a:cubicBezTo>
                <a:cubicBezTo>
                  <a:pt x="127248" y="330994"/>
                  <a:pt x="128588" y="331217"/>
                  <a:pt x="129629" y="331887"/>
                </a:cubicBezTo>
                <a:lnTo>
                  <a:pt x="164902" y="352797"/>
                </a:lnTo>
                <a:cubicBezTo>
                  <a:pt x="166167" y="353541"/>
                  <a:pt x="167953" y="353541"/>
                  <a:pt x="169143" y="352797"/>
                </a:cubicBezTo>
                <a:lnTo>
                  <a:pt x="306586" y="273472"/>
                </a:lnTo>
                <a:cubicBezTo>
                  <a:pt x="307851" y="272728"/>
                  <a:pt x="308670" y="271239"/>
                  <a:pt x="308670" y="269751"/>
                </a:cubicBezTo>
                <a:lnTo>
                  <a:pt x="308670" y="111100"/>
                </a:lnTo>
                <a:cubicBezTo>
                  <a:pt x="308670" y="109538"/>
                  <a:pt x="307851" y="108124"/>
                  <a:pt x="306512" y="107305"/>
                </a:cubicBezTo>
                <a:lnTo>
                  <a:pt x="169143" y="28054"/>
                </a:lnTo>
                <a:cubicBezTo>
                  <a:pt x="167878" y="27310"/>
                  <a:pt x="166167" y="27310"/>
                  <a:pt x="164902" y="28054"/>
                </a:cubicBezTo>
                <a:lnTo>
                  <a:pt x="27608" y="107379"/>
                </a:lnTo>
                <a:cubicBezTo>
                  <a:pt x="26268" y="108124"/>
                  <a:pt x="25450" y="109612"/>
                  <a:pt x="25450" y="111175"/>
                </a:cubicBezTo>
                <a:lnTo>
                  <a:pt x="25450" y="269751"/>
                </a:lnTo>
                <a:cubicBezTo>
                  <a:pt x="25450" y="271239"/>
                  <a:pt x="26268" y="272728"/>
                  <a:pt x="27608" y="273397"/>
                </a:cubicBezTo>
                <a:lnTo>
                  <a:pt x="65261" y="295126"/>
                </a:lnTo>
                <a:cubicBezTo>
                  <a:pt x="85725" y="305321"/>
                  <a:pt x="98227" y="293340"/>
                  <a:pt x="98227" y="281211"/>
                </a:cubicBezTo>
                <a:lnTo>
                  <a:pt x="98227" y="124644"/>
                </a:lnTo>
                <a:cubicBezTo>
                  <a:pt x="98227" y="122411"/>
                  <a:pt x="100013" y="120700"/>
                  <a:pt x="102245" y="120700"/>
                </a:cubicBezTo>
                <a:lnTo>
                  <a:pt x="119658" y="120700"/>
                </a:lnTo>
                <a:cubicBezTo>
                  <a:pt x="121816" y="120700"/>
                  <a:pt x="123676" y="122411"/>
                  <a:pt x="123676" y="124644"/>
                </a:cubicBezTo>
                <a:lnTo>
                  <a:pt x="123676" y="281285"/>
                </a:lnTo>
                <a:cubicBezTo>
                  <a:pt x="123676" y="308521"/>
                  <a:pt x="108793" y="324148"/>
                  <a:pt x="82972" y="324148"/>
                </a:cubicBezTo>
                <a:cubicBezTo>
                  <a:pt x="75009" y="324148"/>
                  <a:pt x="68759" y="324148"/>
                  <a:pt x="51346" y="315516"/>
                </a:cubicBezTo>
                <a:lnTo>
                  <a:pt x="15329" y="294754"/>
                </a:lnTo>
                <a:cubicBezTo>
                  <a:pt x="6400" y="289620"/>
                  <a:pt x="893" y="280020"/>
                  <a:pt x="893" y="269677"/>
                </a:cubicBezTo>
                <a:lnTo>
                  <a:pt x="893" y="111100"/>
                </a:lnTo>
                <a:cubicBezTo>
                  <a:pt x="893" y="100831"/>
                  <a:pt x="6400" y="91157"/>
                  <a:pt x="15329" y="86023"/>
                </a:cubicBezTo>
                <a:lnTo>
                  <a:pt x="152623" y="6697"/>
                </a:lnTo>
                <a:cubicBezTo>
                  <a:pt x="161330" y="1786"/>
                  <a:pt x="172864" y="1786"/>
                  <a:pt x="181496" y="6697"/>
                </a:cubicBezTo>
                <a:lnTo>
                  <a:pt x="318939" y="86097"/>
                </a:lnTo>
                <a:cubicBezTo>
                  <a:pt x="327868" y="91232"/>
                  <a:pt x="333375" y="100831"/>
                  <a:pt x="333375" y="111175"/>
                </a:cubicBezTo>
                <a:lnTo>
                  <a:pt x="333375" y="269751"/>
                </a:lnTo>
                <a:cubicBezTo>
                  <a:pt x="333375" y="280020"/>
                  <a:pt x="327868" y="289620"/>
                  <a:pt x="318939" y="294829"/>
                </a:cubicBezTo>
                <a:lnTo>
                  <a:pt x="181496" y="374154"/>
                </a:lnTo>
                <a:cubicBezTo>
                  <a:pt x="177105" y="376684"/>
                  <a:pt x="172120" y="378023"/>
                  <a:pt x="167060" y="378023"/>
                </a:cubicBezTo>
                <a:close/>
                <a:moveTo>
                  <a:pt x="278011" y="221679"/>
                </a:moveTo>
                <a:cubicBezTo>
                  <a:pt x="278011" y="191988"/>
                  <a:pt x="257919" y="184100"/>
                  <a:pt x="215726" y="178519"/>
                </a:cubicBezTo>
                <a:cubicBezTo>
                  <a:pt x="173013" y="172864"/>
                  <a:pt x="168697" y="169962"/>
                  <a:pt x="168697" y="159990"/>
                </a:cubicBezTo>
                <a:cubicBezTo>
                  <a:pt x="168697" y="151730"/>
                  <a:pt x="172343" y="140717"/>
                  <a:pt x="203969" y="140717"/>
                </a:cubicBezTo>
                <a:cubicBezTo>
                  <a:pt x="232172" y="140717"/>
                  <a:pt x="242590" y="146819"/>
                  <a:pt x="246906" y="165869"/>
                </a:cubicBezTo>
                <a:cubicBezTo>
                  <a:pt x="247278" y="167655"/>
                  <a:pt x="248915" y="168994"/>
                  <a:pt x="250775" y="168994"/>
                </a:cubicBezTo>
                <a:lnTo>
                  <a:pt x="268635" y="168994"/>
                </a:lnTo>
                <a:cubicBezTo>
                  <a:pt x="269751" y="168994"/>
                  <a:pt x="270793" y="168548"/>
                  <a:pt x="271537" y="167729"/>
                </a:cubicBezTo>
                <a:cubicBezTo>
                  <a:pt x="272281" y="166911"/>
                  <a:pt x="272653" y="165795"/>
                  <a:pt x="272579" y="164678"/>
                </a:cubicBezTo>
                <a:cubicBezTo>
                  <a:pt x="269825" y="131862"/>
                  <a:pt x="248022" y="116607"/>
                  <a:pt x="203969" y="116607"/>
                </a:cubicBezTo>
                <a:cubicBezTo>
                  <a:pt x="164753" y="116607"/>
                  <a:pt x="141387" y="133127"/>
                  <a:pt x="141387" y="160883"/>
                </a:cubicBezTo>
                <a:cubicBezTo>
                  <a:pt x="141387" y="190946"/>
                  <a:pt x="164678" y="199281"/>
                  <a:pt x="202257" y="203002"/>
                </a:cubicBezTo>
                <a:cubicBezTo>
                  <a:pt x="247278" y="207392"/>
                  <a:pt x="250775" y="214015"/>
                  <a:pt x="250775" y="222870"/>
                </a:cubicBezTo>
                <a:cubicBezTo>
                  <a:pt x="250775" y="238199"/>
                  <a:pt x="238423" y="244748"/>
                  <a:pt x="209476" y="244748"/>
                </a:cubicBezTo>
                <a:cubicBezTo>
                  <a:pt x="173087" y="244748"/>
                  <a:pt x="165125" y="235595"/>
                  <a:pt x="162446" y="217512"/>
                </a:cubicBezTo>
                <a:cubicBezTo>
                  <a:pt x="162148" y="215578"/>
                  <a:pt x="160511" y="214164"/>
                  <a:pt x="158502" y="214164"/>
                </a:cubicBezTo>
                <a:lnTo>
                  <a:pt x="140717" y="214164"/>
                </a:lnTo>
                <a:cubicBezTo>
                  <a:pt x="138485" y="214164"/>
                  <a:pt x="136773" y="215950"/>
                  <a:pt x="136773" y="218108"/>
                </a:cubicBezTo>
                <a:cubicBezTo>
                  <a:pt x="136773" y="241250"/>
                  <a:pt x="149349" y="268858"/>
                  <a:pt x="209550" y="268858"/>
                </a:cubicBezTo>
                <a:cubicBezTo>
                  <a:pt x="253008" y="268784"/>
                  <a:pt x="278011" y="251594"/>
                  <a:pt x="278011" y="221679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1" name="Text 39"/>
          <p:cNvSpPr/>
          <p:nvPr/>
        </p:nvSpPr>
        <p:spPr>
          <a:xfrm>
            <a:off x="9076333" y="1212848"/>
            <a:ext cx="277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76333" y="1498598"/>
            <a:ext cx="276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runtime for server-side execution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23958" y="1752598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4" name="Text 42"/>
          <p:cNvSpPr/>
          <p:nvPr/>
        </p:nvSpPr>
        <p:spPr>
          <a:xfrm>
            <a:off x="9298583" y="1720848"/>
            <a:ext cx="196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Non-blocking I/O for performance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23958" y="1974848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6" name="Text 44"/>
          <p:cNvSpPr/>
          <p:nvPr/>
        </p:nvSpPr>
        <p:spPr>
          <a:xfrm>
            <a:off x="9298583" y="1943098"/>
            <a:ext cx="146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88908" y="2365374"/>
            <a:ext cx="3784600" cy="1117600"/>
          </a:xfrm>
          <a:custGeom>
            <a:avLst/>
            <a:gdLst/>
            <a:ahLst/>
            <a:cxnLst/>
            <a:rect l="l" t="t" r="r" b="b"/>
            <a:pathLst>
              <a:path w="3784600" h="1117600">
                <a:moveTo>
                  <a:pt x="63502" y="0"/>
                </a:moveTo>
                <a:lnTo>
                  <a:pt x="3721098" y="0"/>
                </a:lnTo>
                <a:cubicBezTo>
                  <a:pt x="3756169" y="0"/>
                  <a:pt x="3784600" y="28431"/>
                  <a:pt x="3784600" y="63502"/>
                </a:cubicBezTo>
                <a:lnTo>
                  <a:pt x="3784600" y="1054098"/>
                </a:lnTo>
                <a:cubicBezTo>
                  <a:pt x="3784600" y="1089169"/>
                  <a:pt x="3756169" y="1117600"/>
                  <a:pt x="3721098" y="1117600"/>
                </a:cubicBezTo>
                <a:lnTo>
                  <a:pt x="63502" y="1117600"/>
                </a:lnTo>
                <a:cubicBezTo>
                  <a:pt x="28431" y="1117600"/>
                  <a:pt x="0" y="1089169"/>
                  <a:pt x="0" y="1054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87333" y="254317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3497" y="0"/>
                </a:moveTo>
                <a:lnTo>
                  <a:pt x="698503" y="0"/>
                </a:lnTo>
                <a:cubicBezTo>
                  <a:pt x="733571" y="0"/>
                  <a:pt x="762000" y="28429"/>
                  <a:pt x="762000" y="63497"/>
                </a:cubicBezTo>
                <a:lnTo>
                  <a:pt x="762000" y="698503"/>
                </a:lnTo>
                <a:cubicBezTo>
                  <a:pt x="762000" y="733571"/>
                  <a:pt x="733571" y="762000"/>
                  <a:pt x="69850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01645" y="2733674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9076333" y="2463799"/>
            <a:ext cx="277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Socket.IO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76333" y="2749549"/>
            <a:ext cx="276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bidirectional communication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123958" y="3003549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9298583" y="2971799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WebSocket-based with fallbacks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123958" y="3225799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8062" y="23812"/>
                </a:moveTo>
                <a:cubicBezTo>
                  <a:pt x="8062" y="20613"/>
                  <a:pt x="9996" y="17711"/>
                  <a:pt x="12973" y="16470"/>
                </a:cubicBezTo>
                <a:cubicBezTo>
                  <a:pt x="15949" y="15230"/>
                  <a:pt x="19348" y="15925"/>
                  <a:pt x="21605" y="18207"/>
                </a:cubicBezTo>
                <a:lnTo>
                  <a:pt x="61292" y="57894"/>
                </a:ln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9323" y="111100"/>
                  <a:pt x="15925" y="111770"/>
                  <a:pt x="12948" y="110530"/>
                </a:cubicBezTo>
                <a:cubicBezTo>
                  <a:pt x="9971" y="109289"/>
                  <a:pt x="8062" y="106387"/>
                  <a:pt x="8062" y="103188"/>
                </a:cubicBezTo>
                <a:lnTo>
                  <a:pt x="8062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Text 53"/>
          <p:cNvSpPr/>
          <p:nvPr/>
        </p:nvSpPr>
        <p:spPr>
          <a:xfrm>
            <a:off x="9298583" y="3194049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management for workspaces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88908" y="3616325"/>
            <a:ext cx="3784600" cy="3149600"/>
          </a:xfrm>
          <a:custGeom>
            <a:avLst/>
            <a:gdLst/>
            <a:ahLst/>
            <a:cxnLst/>
            <a:rect l="l" t="t" r="r" b="b"/>
            <a:pathLst>
              <a:path w="3784600" h="3149600">
                <a:moveTo>
                  <a:pt x="63496" y="0"/>
                </a:moveTo>
                <a:lnTo>
                  <a:pt x="3721104" y="0"/>
                </a:lnTo>
                <a:cubicBezTo>
                  <a:pt x="3756172" y="0"/>
                  <a:pt x="3784600" y="28428"/>
                  <a:pt x="3784600" y="63496"/>
                </a:cubicBezTo>
                <a:lnTo>
                  <a:pt x="3784600" y="3086104"/>
                </a:lnTo>
                <a:cubicBezTo>
                  <a:pt x="3784600" y="3121172"/>
                  <a:pt x="3756172" y="3149600"/>
                  <a:pt x="3721104" y="3149600"/>
                </a:cubicBezTo>
                <a:lnTo>
                  <a:pt x="63496" y="3149600"/>
                </a:lnTo>
                <a:cubicBezTo>
                  <a:pt x="28428" y="3149600"/>
                  <a:pt x="0" y="3121172"/>
                  <a:pt x="0" y="30861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75477" y="4492625"/>
            <a:ext cx="120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Flow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06694" y="4810125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HTTP/WebSocket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06694" y="5095875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Business Logic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106694" y="5381625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Runtime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06694" y="5667375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 err="1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Persistence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0675" y="6899275"/>
            <a:ext cx="11547475" cy="419100"/>
          </a:xfrm>
          <a:custGeom>
            <a:avLst/>
            <a:gdLst/>
            <a:ahLst/>
            <a:cxnLst/>
            <a:rect l="l" t="t" r="r" b="b"/>
            <a:pathLst>
              <a:path w="11547475" h="419100">
                <a:moveTo>
                  <a:pt x="63502" y="0"/>
                </a:moveTo>
                <a:lnTo>
                  <a:pt x="11483973" y="0"/>
                </a:lnTo>
                <a:cubicBezTo>
                  <a:pt x="11519044" y="0"/>
                  <a:pt x="11547475" y="28431"/>
                  <a:pt x="11547475" y="63502"/>
                </a:cubicBezTo>
                <a:lnTo>
                  <a:pt x="11547475" y="355598"/>
                </a:lnTo>
                <a:cubicBezTo>
                  <a:pt x="11547475" y="390669"/>
                  <a:pt x="11519044" y="419100"/>
                  <a:pt x="11483973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48521" y="701357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4" name="Text 62"/>
          <p:cNvSpPr/>
          <p:nvPr/>
        </p:nvSpPr>
        <p:spPr>
          <a:xfrm>
            <a:off x="3589834" y="6997699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JavaScript Stack: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language across frontend, backend, and database layers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57200"/>
            <a:ext cx="635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11049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Client-Server Architecture with Real-Time Communication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2685347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5"/>
          <p:cNvSpPr/>
          <p:nvPr/>
        </p:nvSpPr>
        <p:spPr>
          <a:xfrm>
            <a:off x="595313" y="26954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6"/>
          <p:cNvSpPr/>
          <p:nvPr/>
        </p:nvSpPr>
        <p:spPr>
          <a:xfrm>
            <a:off x="809625" y="2657359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9125" y="30484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8"/>
          <p:cNvSpPr/>
          <p:nvPr/>
        </p:nvSpPr>
        <p:spPr>
          <a:xfrm>
            <a:off x="838200" y="2982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UI: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Interactive user interface components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4363" y="337192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824508" y="3324497"/>
            <a:ext cx="3286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Monaco Editor: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Feature-rich code editing experience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125" y="389599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" y="385789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Socket.IO Client: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event handling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9600" y="4238116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17" y="4200012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Management: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Application state with React Hooks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86250" y="276932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9" name="Shape 16"/>
          <p:cNvSpPr/>
          <p:nvPr/>
        </p:nvSpPr>
        <p:spPr>
          <a:xfrm>
            <a:off x="4511349" y="27803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075" y="2731996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Layer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495800" y="3067584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19"/>
          <p:cNvSpPr/>
          <p:nvPr/>
        </p:nvSpPr>
        <p:spPr>
          <a:xfrm>
            <a:off x="4724400" y="3019694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Express.js Server: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 routing and middleware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95800" y="3366162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1"/>
          <p:cNvSpPr/>
          <p:nvPr/>
        </p:nvSpPr>
        <p:spPr>
          <a:xfrm>
            <a:off x="4703207" y="3305834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Socket.IO Server: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connection management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85499" y="393222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6" name="Text 23"/>
          <p:cNvSpPr/>
          <p:nvPr/>
        </p:nvSpPr>
        <p:spPr>
          <a:xfrm>
            <a:off x="4722733" y="3773916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JWT-based user session handling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91717" y="4317888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8" name="Text 25"/>
          <p:cNvSpPr/>
          <p:nvPr/>
        </p:nvSpPr>
        <p:spPr>
          <a:xfrm>
            <a:off x="4724400" y="4260662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Core application functionality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72450" y="2741333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7"/>
          <p:cNvSpPr/>
          <p:nvPr/>
        </p:nvSpPr>
        <p:spPr>
          <a:xfrm>
            <a:off x="8379619" y="277942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8"/>
          <p:cNvSpPr/>
          <p:nvPr/>
        </p:nvSpPr>
        <p:spPr>
          <a:xfrm>
            <a:off x="8582025" y="273200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391525" y="319774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0"/>
          <p:cNvSpPr/>
          <p:nvPr/>
        </p:nvSpPr>
        <p:spPr>
          <a:xfrm>
            <a:off x="8610600" y="3140987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Collection: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Authentication and profile data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391525" y="346523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2"/>
          <p:cNvSpPr/>
          <p:nvPr/>
        </p:nvSpPr>
        <p:spPr>
          <a:xfrm>
            <a:off x="8608457" y="3296503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Workspaces Collection: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Projects and permissions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91525" y="373737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4"/>
          <p:cNvSpPr/>
          <p:nvPr/>
        </p:nvSpPr>
        <p:spPr>
          <a:xfrm>
            <a:off x="8610600" y="3699271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 Collection: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Code content and metadata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391525" y="4051502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6"/>
          <p:cNvSpPr/>
          <p:nvPr/>
        </p:nvSpPr>
        <p:spPr>
          <a:xfrm>
            <a:off x="8607147" y="3882774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Versions Collection: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Change history and audit trail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508000"/>
          </a:xfrm>
          <a:custGeom>
            <a:avLst/>
            <a:gdLst/>
            <a:ahLst/>
            <a:cxnLst/>
            <a:rect l="l" t="t" r="r" b="b"/>
            <a:pathLst>
              <a:path w="63500" h="508000">
                <a:moveTo>
                  <a:pt x="0" y="0"/>
                </a:moveTo>
                <a:lnTo>
                  <a:pt x="63500" y="0"/>
                </a:lnTo>
                <a:lnTo>
                  <a:pt x="6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81000"/>
            <a:ext cx="5230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Design of the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20750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of 11 Independent Modules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339851"/>
            <a:ext cx="5640387" cy="1555750"/>
          </a:xfrm>
          <a:custGeom>
            <a:avLst/>
            <a:gdLst/>
            <a:ahLst/>
            <a:cxnLst/>
            <a:rect l="l" t="t" r="r" b="b"/>
            <a:pathLst>
              <a:path w="5640387" h="2695575">
                <a:moveTo>
                  <a:pt x="63508" y="0"/>
                </a:moveTo>
                <a:lnTo>
                  <a:pt x="5576880" y="0"/>
                </a:lnTo>
                <a:cubicBezTo>
                  <a:pt x="5611954" y="0"/>
                  <a:pt x="5640387" y="28433"/>
                  <a:pt x="5640387" y="63508"/>
                </a:cubicBezTo>
                <a:lnTo>
                  <a:pt x="5640387" y="2632067"/>
                </a:lnTo>
                <a:cubicBezTo>
                  <a:pt x="5640387" y="2667142"/>
                  <a:pt x="5611954" y="2695575"/>
                  <a:pt x="5576880" y="2695575"/>
                </a:cubicBezTo>
                <a:lnTo>
                  <a:pt x="63508" y="2695575"/>
                </a:lnTo>
                <a:cubicBezTo>
                  <a:pt x="28433" y="2695575"/>
                  <a:pt x="0" y="2667142"/>
                  <a:pt x="0" y="263206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950" y="162400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32085" y="-605"/>
                </a:moveTo>
                <a:cubicBezTo>
                  <a:pt x="124039" y="-5255"/>
                  <a:pt x="114086" y="-5255"/>
                  <a:pt x="106040" y="-605"/>
                </a:cubicBezTo>
                <a:lnTo>
                  <a:pt x="66880" y="21999"/>
                </a:lnTo>
                <a:cubicBezTo>
                  <a:pt x="58834" y="26650"/>
                  <a:pt x="53857" y="35254"/>
                  <a:pt x="53857" y="44555"/>
                </a:cubicBezTo>
                <a:lnTo>
                  <a:pt x="53857" y="91948"/>
                </a:lnTo>
                <a:lnTo>
                  <a:pt x="12790" y="115667"/>
                </a:lnTo>
                <a:cubicBezTo>
                  <a:pt x="4744" y="120318"/>
                  <a:pt x="-233" y="128922"/>
                  <a:pt x="-233" y="138224"/>
                </a:cubicBezTo>
                <a:lnTo>
                  <a:pt x="-233" y="183477"/>
                </a:lnTo>
                <a:cubicBezTo>
                  <a:pt x="-233" y="192779"/>
                  <a:pt x="4744" y="201383"/>
                  <a:pt x="12790" y="206034"/>
                </a:cubicBezTo>
                <a:lnTo>
                  <a:pt x="51997" y="228637"/>
                </a:lnTo>
                <a:cubicBezTo>
                  <a:pt x="60043" y="233288"/>
                  <a:pt x="69996" y="233288"/>
                  <a:pt x="78042" y="228637"/>
                </a:cubicBezTo>
                <a:lnTo>
                  <a:pt x="119109" y="204918"/>
                </a:lnTo>
                <a:lnTo>
                  <a:pt x="160176" y="228637"/>
                </a:lnTo>
                <a:cubicBezTo>
                  <a:pt x="168222" y="233288"/>
                  <a:pt x="178175" y="233288"/>
                  <a:pt x="186221" y="228637"/>
                </a:cubicBezTo>
                <a:lnTo>
                  <a:pt x="225335" y="206034"/>
                </a:lnTo>
                <a:cubicBezTo>
                  <a:pt x="233381" y="201383"/>
                  <a:pt x="238358" y="192779"/>
                  <a:pt x="238358" y="183477"/>
                </a:cubicBezTo>
                <a:lnTo>
                  <a:pt x="238358" y="138224"/>
                </a:lnTo>
                <a:cubicBezTo>
                  <a:pt x="238358" y="128922"/>
                  <a:pt x="233381" y="120318"/>
                  <a:pt x="225335" y="115667"/>
                </a:cubicBezTo>
                <a:lnTo>
                  <a:pt x="184268" y="91948"/>
                </a:lnTo>
                <a:lnTo>
                  <a:pt x="184268" y="44555"/>
                </a:lnTo>
                <a:cubicBezTo>
                  <a:pt x="184268" y="35254"/>
                  <a:pt x="179291" y="26650"/>
                  <a:pt x="171245" y="21999"/>
                </a:cubicBezTo>
                <a:lnTo>
                  <a:pt x="132085" y="-605"/>
                </a:lnTo>
                <a:close/>
                <a:moveTo>
                  <a:pt x="107900" y="136085"/>
                </a:moveTo>
                <a:lnTo>
                  <a:pt x="107900" y="185617"/>
                </a:lnTo>
                <a:lnTo>
                  <a:pt x="66833" y="209336"/>
                </a:lnTo>
                <a:cubicBezTo>
                  <a:pt x="66275" y="209662"/>
                  <a:pt x="65624" y="209848"/>
                  <a:pt x="64973" y="209848"/>
                </a:cubicBezTo>
                <a:lnTo>
                  <a:pt x="64973" y="160874"/>
                </a:lnTo>
                <a:lnTo>
                  <a:pt x="107900" y="136085"/>
                </a:lnTo>
                <a:close/>
                <a:moveTo>
                  <a:pt x="215522" y="136364"/>
                </a:moveTo>
                <a:cubicBezTo>
                  <a:pt x="215847" y="136922"/>
                  <a:pt x="216033" y="137573"/>
                  <a:pt x="216033" y="138224"/>
                </a:cubicBezTo>
                <a:lnTo>
                  <a:pt x="216033" y="183477"/>
                </a:lnTo>
                <a:cubicBezTo>
                  <a:pt x="216033" y="184826"/>
                  <a:pt x="215336" y="186035"/>
                  <a:pt x="214173" y="186686"/>
                </a:cubicBezTo>
                <a:lnTo>
                  <a:pt x="174966" y="209290"/>
                </a:lnTo>
                <a:cubicBezTo>
                  <a:pt x="174408" y="209615"/>
                  <a:pt x="173757" y="209801"/>
                  <a:pt x="173106" y="209801"/>
                </a:cubicBezTo>
                <a:lnTo>
                  <a:pt x="173106" y="160827"/>
                </a:lnTo>
                <a:lnTo>
                  <a:pt x="215522" y="136364"/>
                </a:lnTo>
                <a:close/>
                <a:moveTo>
                  <a:pt x="161990" y="44555"/>
                </a:moveTo>
                <a:lnTo>
                  <a:pt x="161990" y="91948"/>
                </a:lnTo>
                <a:lnTo>
                  <a:pt x="119062" y="116737"/>
                </a:lnTo>
                <a:lnTo>
                  <a:pt x="119062" y="67205"/>
                </a:lnTo>
                <a:lnTo>
                  <a:pt x="161479" y="42742"/>
                </a:lnTo>
                <a:cubicBezTo>
                  <a:pt x="161804" y="43300"/>
                  <a:pt x="161990" y="43951"/>
                  <a:pt x="161990" y="4460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885825" y="1600197"/>
            <a:ext cx="4937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Architecture 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00" y="2012947"/>
            <a:ext cx="5199063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is divided into </a:t>
            </a: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independent modules</a:t>
            </a:r>
            <a:r>
              <a:rPr lang="en-US" sz="125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each handling a specific responsibility.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375" y="4228304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6" name="Text 14"/>
          <p:cNvSpPr/>
          <p:nvPr/>
        </p:nvSpPr>
        <p:spPr>
          <a:xfrm>
            <a:off x="539750" y="4228304"/>
            <a:ext cx="552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8523" y="465683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46881" y="8930"/>
                </a:moveTo>
                <a:lnTo>
                  <a:pt x="6697" y="8930"/>
                </a:lnTo>
                <a:cubicBezTo>
                  <a:pt x="2986" y="8930"/>
                  <a:pt x="0" y="11916"/>
                  <a:pt x="0" y="15627"/>
                </a:cubicBezTo>
                <a:lnTo>
                  <a:pt x="0" y="55811"/>
                </a:lnTo>
                <a:cubicBezTo>
                  <a:pt x="0" y="58517"/>
                  <a:pt x="1619" y="60973"/>
                  <a:pt x="4130" y="62006"/>
                </a:cubicBezTo>
                <a:cubicBezTo>
                  <a:pt x="6641" y="63038"/>
                  <a:pt x="9516" y="62452"/>
                  <a:pt x="11441" y="60554"/>
                </a:cubicBezTo>
                <a:lnTo>
                  <a:pt x="22603" y="49392"/>
                </a:lnTo>
                <a:lnTo>
                  <a:pt x="44648" y="71438"/>
                </a:lnTo>
                <a:lnTo>
                  <a:pt x="22603" y="93483"/>
                </a:lnTo>
                <a:lnTo>
                  <a:pt x="11441" y="82321"/>
                </a:lnTo>
                <a:cubicBezTo>
                  <a:pt x="9516" y="80395"/>
                  <a:pt x="6641" y="79837"/>
                  <a:pt x="4130" y="80869"/>
                </a:cubicBezTo>
                <a:cubicBezTo>
                  <a:pt x="1619" y="81902"/>
                  <a:pt x="0" y="84358"/>
                  <a:pt x="0" y="87064"/>
                </a:cubicBezTo>
                <a:lnTo>
                  <a:pt x="0" y="127248"/>
                </a:lnTo>
                <a:cubicBezTo>
                  <a:pt x="0" y="130959"/>
                  <a:pt x="2986" y="133945"/>
                  <a:pt x="6697" y="133945"/>
                </a:cubicBezTo>
                <a:lnTo>
                  <a:pt x="46881" y="133945"/>
                </a:lnTo>
                <a:cubicBezTo>
                  <a:pt x="49588" y="133945"/>
                  <a:pt x="52043" y="132327"/>
                  <a:pt x="53076" y="129815"/>
                </a:cubicBezTo>
                <a:cubicBezTo>
                  <a:pt x="54108" y="127304"/>
                  <a:pt x="53550" y="124430"/>
                  <a:pt x="51625" y="122504"/>
                </a:cubicBezTo>
                <a:lnTo>
                  <a:pt x="40463" y="111342"/>
                </a:lnTo>
                <a:lnTo>
                  <a:pt x="62508" y="89297"/>
                </a:lnTo>
                <a:lnTo>
                  <a:pt x="84553" y="111342"/>
                </a:lnTo>
                <a:lnTo>
                  <a:pt x="73391" y="122504"/>
                </a:lnTo>
                <a:cubicBezTo>
                  <a:pt x="71465" y="124430"/>
                  <a:pt x="70907" y="127304"/>
                  <a:pt x="71940" y="129815"/>
                </a:cubicBezTo>
                <a:cubicBezTo>
                  <a:pt x="72972" y="132327"/>
                  <a:pt x="75428" y="133945"/>
                  <a:pt x="78135" y="133945"/>
                </a:cubicBezTo>
                <a:lnTo>
                  <a:pt x="118318" y="133945"/>
                </a:lnTo>
                <a:cubicBezTo>
                  <a:pt x="122030" y="133945"/>
                  <a:pt x="125016" y="130959"/>
                  <a:pt x="125016" y="127248"/>
                </a:cubicBezTo>
                <a:lnTo>
                  <a:pt x="125016" y="87064"/>
                </a:lnTo>
                <a:cubicBezTo>
                  <a:pt x="125016" y="84358"/>
                  <a:pt x="123397" y="81902"/>
                  <a:pt x="120886" y="80869"/>
                </a:cubicBezTo>
                <a:cubicBezTo>
                  <a:pt x="118374" y="79837"/>
                  <a:pt x="115500" y="80395"/>
                  <a:pt x="113574" y="82321"/>
                </a:cubicBezTo>
                <a:lnTo>
                  <a:pt x="102412" y="93483"/>
                </a:lnTo>
                <a:lnTo>
                  <a:pt x="80367" y="71438"/>
                </a:lnTo>
                <a:lnTo>
                  <a:pt x="102412" y="49392"/>
                </a:lnTo>
                <a:lnTo>
                  <a:pt x="113574" y="60554"/>
                </a:lnTo>
                <a:cubicBezTo>
                  <a:pt x="115500" y="62480"/>
                  <a:pt x="118374" y="63038"/>
                  <a:pt x="120886" y="62006"/>
                </a:cubicBezTo>
                <a:cubicBezTo>
                  <a:pt x="123397" y="60973"/>
                  <a:pt x="125016" y="58517"/>
                  <a:pt x="125016" y="55811"/>
                </a:cubicBezTo>
                <a:lnTo>
                  <a:pt x="125016" y="15627"/>
                </a:lnTo>
                <a:cubicBezTo>
                  <a:pt x="125016" y="11916"/>
                  <a:pt x="122030" y="8930"/>
                  <a:pt x="118318" y="8930"/>
                </a:cubicBezTo>
                <a:lnTo>
                  <a:pt x="78135" y="8930"/>
                </a:lnTo>
                <a:cubicBezTo>
                  <a:pt x="75428" y="8930"/>
                  <a:pt x="72972" y="10548"/>
                  <a:pt x="71940" y="13060"/>
                </a:cubicBezTo>
                <a:cubicBezTo>
                  <a:pt x="70907" y="15571"/>
                  <a:pt x="71493" y="18445"/>
                  <a:pt x="73391" y="20371"/>
                </a:cubicBezTo>
                <a:lnTo>
                  <a:pt x="84553" y="31533"/>
                </a:lnTo>
                <a:lnTo>
                  <a:pt x="62508" y="53578"/>
                </a:lnTo>
                <a:lnTo>
                  <a:pt x="40463" y="31533"/>
                </a:lnTo>
                <a:lnTo>
                  <a:pt x="51625" y="20371"/>
                </a:lnTo>
                <a:cubicBezTo>
                  <a:pt x="53550" y="18445"/>
                  <a:pt x="54108" y="15571"/>
                  <a:pt x="53076" y="13060"/>
                </a:cubicBezTo>
                <a:cubicBezTo>
                  <a:pt x="52043" y="10548"/>
                  <a:pt x="49588" y="8930"/>
                  <a:pt x="46881" y="893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8" name="Text 16"/>
          <p:cNvSpPr/>
          <p:nvPr/>
        </p:nvSpPr>
        <p:spPr>
          <a:xfrm>
            <a:off x="813594" y="4609207"/>
            <a:ext cx="423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Easy to add new features without affecting existing 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664" y="4974332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149" y="27515"/>
                </a:moveTo>
                <a:cubicBezTo>
                  <a:pt x="144270" y="25394"/>
                  <a:pt x="147814" y="25924"/>
                  <a:pt x="148875" y="28715"/>
                </a:cubicBezTo>
                <a:cubicBezTo>
                  <a:pt x="150772" y="33654"/>
                  <a:pt x="151805" y="39039"/>
                  <a:pt x="151805" y="44648"/>
                </a:cubicBezTo>
                <a:cubicBezTo>
                  <a:pt x="151805" y="69317"/>
                  <a:pt x="131825" y="89297"/>
                  <a:pt x="107156" y="89297"/>
                </a:cubicBezTo>
                <a:cubicBezTo>
                  <a:pt x="102273" y="89297"/>
                  <a:pt x="97557" y="88516"/>
                  <a:pt x="93148" y="87064"/>
                </a:cubicBezTo>
                <a:lnTo>
                  <a:pt x="40993" y="139219"/>
                </a:lnTo>
                <a:cubicBezTo>
                  <a:pt x="33151" y="147061"/>
                  <a:pt x="20427" y="147061"/>
                  <a:pt x="12585" y="139219"/>
                </a:cubicBezTo>
                <a:cubicBezTo>
                  <a:pt x="4744" y="131378"/>
                  <a:pt x="4744" y="118653"/>
                  <a:pt x="12585" y="110812"/>
                </a:cubicBezTo>
                <a:lnTo>
                  <a:pt x="64740" y="58657"/>
                </a:lnTo>
                <a:cubicBezTo>
                  <a:pt x="63289" y="54248"/>
                  <a:pt x="62508" y="49560"/>
                  <a:pt x="62508" y="44648"/>
                </a:cubicBezTo>
                <a:cubicBezTo>
                  <a:pt x="62508" y="19980"/>
                  <a:pt x="82488" y="0"/>
                  <a:pt x="107156" y="0"/>
                </a:cubicBezTo>
                <a:cubicBezTo>
                  <a:pt x="112765" y="0"/>
                  <a:pt x="118151" y="1032"/>
                  <a:pt x="123090" y="2930"/>
                </a:cubicBezTo>
                <a:cubicBezTo>
                  <a:pt x="125881" y="3990"/>
                  <a:pt x="126383" y="7534"/>
                  <a:pt x="124290" y="9655"/>
                </a:cubicBezTo>
                <a:lnTo>
                  <a:pt x="99538" y="34407"/>
                </a:lnTo>
                <a:cubicBezTo>
                  <a:pt x="98701" y="35244"/>
                  <a:pt x="98227" y="36388"/>
                  <a:pt x="98227" y="37560"/>
                </a:cubicBezTo>
                <a:lnTo>
                  <a:pt x="98227" y="49113"/>
                </a:lnTo>
                <a:cubicBezTo>
                  <a:pt x="98227" y="51569"/>
                  <a:pt x="100236" y="53578"/>
                  <a:pt x="102691" y="53578"/>
                </a:cubicBezTo>
                <a:lnTo>
                  <a:pt x="114244" y="53578"/>
                </a:lnTo>
                <a:cubicBezTo>
                  <a:pt x="115416" y="53578"/>
                  <a:pt x="116560" y="53104"/>
                  <a:pt x="117397" y="52267"/>
                </a:cubicBezTo>
                <a:lnTo>
                  <a:pt x="142149" y="27515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0" name="Text 18"/>
          <p:cNvSpPr/>
          <p:nvPr/>
        </p:nvSpPr>
        <p:spPr>
          <a:xfrm>
            <a:off x="813594" y="4926707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Maintainability: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module boundaries simplify debugging and updates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9594" y="529183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53578" y="17859"/>
                </a:moveTo>
                <a:cubicBezTo>
                  <a:pt x="53578" y="12920"/>
                  <a:pt x="57569" y="8930"/>
                  <a:pt x="62508" y="8930"/>
                </a:cubicBezTo>
                <a:lnTo>
                  <a:pt x="80367" y="8930"/>
                </a:lnTo>
                <a:cubicBezTo>
                  <a:pt x="85306" y="8930"/>
                  <a:pt x="89297" y="12920"/>
                  <a:pt x="89297" y="17859"/>
                </a:cubicBezTo>
                <a:lnTo>
                  <a:pt x="89297" y="35719"/>
                </a:lnTo>
                <a:cubicBezTo>
                  <a:pt x="89297" y="40658"/>
                  <a:pt x="85306" y="44648"/>
                  <a:pt x="80367" y="44648"/>
                </a:cubicBezTo>
                <a:lnTo>
                  <a:pt x="78135" y="44648"/>
                </a:lnTo>
                <a:lnTo>
                  <a:pt x="78135" y="62508"/>
                </a:lnTo>
                <a:lnTo>
                  <a:pt x="111621" y="62508"/>
                </a:lnTo>
                <a:cubicBezTo>
                  <a:pt x="122727" y="62508"/>
                  <a:pt x="131713" y="71493"/>
                  <a:pt x="131713" y="82600"/>
                </a:cubicBezTo>
                <a:lnTo>
                  <a:pt x="131713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lnTo>
                  <a:pt x="142875" y="125016"/>
                </a:lnTo>
                <a:cubicBezTo>
                  <a:pt x="142875" y="129955"/>
                  <a:pt x="138885" y="133945"/>
                  <a:pt x="133945" y="133945"/>
                </a:cubicBezTo>
                <a:lnTo>
                  <a:pt x="116086" y="133945"/>
                </a:lnTo>
                <a:cubicBezTo>
                  <a:pt x="111147" y="133945"/>
                  <a:pt x="107156" y="129955"/>
                  <a:pt x="107156" y="125016"/>
                </a:cubicBezTo>
                <a:lnTo>
                  <a:pt x="107156" y="107156"/>
                </a:lnTo>
                <a:cubicBezTo>
                  <a:pt x="107156" y="102217"/>
                  <a:pt x="111147" y="98227"/>
                  <a:pt x="116086" y="98227"/>
                </a:cubicBezTo>
                <a:lnTo>
                  <a:pt x="118318" y="98227"/>
                </a:lnTo>
                <a:lnTo>
                  <a:pt x="118318" y="82600"/>
                </a:lnTo>
                <a:cubicBezTo>
                  <a:pt x="118318" y="78888"/>
                  <a:pt x="115332" y="75902"/>
                  <a:pt x="111621" y="75902"/>
                </a:cubicBezTo>
                <a:lnTo>
                  <a:pt x="78135" y="75902"/>
                </a:lnTo>
                <a:lnTo>
                  <a:pt x="78135" y="98227"/>
                </a:lnTo>
                <a:lnTo>
                  <a:pt x="80367" y="98227"/>
                </a:lnTo>
                <a:cubicBezTo>
                  <a:pt x="85306" y="98227"/>
                  <a:pt x="89297" y="102217"/>
                  <a:pt x="89297" y="107156"/>
                </a:cubicBezTo>
                <a:lnTo>
                  <a:pt x="89297" y="125016"/>
                </a:lnTo>
                <a:cubicBezTo>
                  <a:pt x="89297" y="129955"/>
                  <a:pt x="85306" y="133945"/>
                  <a:pt x="80367" y="133945"/>
                </a:cubicBezTo>
                <a:lnTo>
                  <a:pt x="62508" y="133945"/>
                </a:lnTo>
                <a:cubicBezTo>
                  <a:pt x="57569" y="133945"/>
                  <a:pt x="53578" y="129955"/>
                  <a:pt x="53578" y="125016"/>
                </a:cubicBezTo>
                <a:lnTo>
                  <a:pt x="53578" y="107156"/>
                </a:lnTo>
                <a:cubicBezTo>
                  <a:pt x="53578" y="102217"/>
                  <a:pt x="57569" y="98227"/>
                  <a:pt x="62508" y="98227"/>
                </a:cubicBezTo>
                <a:lnTo>
                  <a:pt x="64740" y="98227"/>
                </a:lnTo>
                <a:lnTo>
                  <a:pt x="64740" y="75902"/>
                </a:lnTo>
                <a:lnTo>
                  <a:pt x="31254" y="75902"/>
                </a:lnTo>
                <a:cubicBezTo>
                  <a:pt x="27543" y="75902"/>
                  <a:pt x="24557" y="78888"/>
                  <a:pt x="24557" y="82600"/>
                </a:cubicBezTo>
                <a:lnTo>
                  <a:pt x="24557" y="98227"/>
                </a:lnTo>
                <a:lnTo>
                  <a:pt x="26789" y="98227"/>
                </a:lnTo>
                <a:cubicBezTo>
                  <a:pt x="31728" y="98227"/>
                  <a:pt x="35719" y="102217"/>
                  <a:pt x="35719" y="107156"/>
                </a:cubicBezTo>
                <a:lnTo>
                  <a:pt x="35719" y="125016"/>
                </a:lnTo>
                <a:cubicBezTo>
                  <a:pt x="35719" y="129955"/>
                  <a:pt x="31728" y="133945"/>
                  <a:pt x="26789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07156"/>
                </a:lnTo>
                <a:cubicBezTo>
                  <a:pt x="0" y="102217"/>
                  <a:pt x="3990" y="98227"/>
                  <a:pt x="8930" y="98227"/>
                </a:cubicBezTo>
                <a:lnTo>
                  <a:pt x="11162" y="98227"/>
                </a:lnTo>
                <a:lnTo>
                  <a:pt x="11162" y="82600"/>
                </a:lnTo>
                <a:cubicBezTo>
                  <a:pt x="11162" y="71493"/>
                  <a:pt x="20148" y="62508"/>
                  <a:pt x="31254" y="62508"/>
                </a:cubicBezTo>
                <a:lnTo>
                  <a:pt x="64740" y="62508"/>
                </a:lnTo>
                <a:lnTo>
                  <a:pt x="64740" y="44648"/>
                </a:lnTo>
                <a:lnTo>
                  <a:pt x="62508" y="44648"/>
                </a:lnTo>
                <a:cubicBezTo>
                  <a:pt x="57569" y="44648"/>
                  <a:pt x="53578" y="40658"/>
                  <a:pt x="53578" y="35719"/>
                </a:cubicBezTo>
                <a:lnTo>
                  <a:pt x="53578" y="17859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20"/>
          <p:cNvSpPr/>
          <p:nvPr/>
        </p:nvSpPr>
        <p:spPr>
          <a:xfrm>
            <a:off x="813594" y="5244207"/>
            <a:ext cx="4675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Clarity: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Well-defined module boundaries make the system understandable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1734" y="5609332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2"/>
          <p:cNvSpPr/>
          <p:nvPr/>
        </p:nvSpPr>
        <p:spPr>
          <a:xfrm>
            <a:off x="813594" y="5561707"/>
            <a:ext cx="455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Development: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 developers can work on separate modules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6175" y="1336675"/>
            <a:ext cx="5641975" cy="6332538"/>
          </a:xfrm>
          <a:custGeom>
            <a:avLst/>
            <a:gdLst/>
            <a:ahLst/>
            <a:cxnLst/>
            <a:rect l="l" t="t" r="r" b="b"/>
            <a:pathLst>
              <a:path w="5641975" h="6332538">
                <a:moveTo>
                  <a:pt x="63472" y="0"/>
                </a:moveTo>
                <a:lnTo>
                  <a:pt x="5578503" y="0"/>
                </a:lnTo>
                <a:cubicBezTo>
                  <a:pt x="5613558" y="0"/>
                  <a:pt x="5641975" y="28417"/>
                  <a:pt x="5641975" y="63472"/>
                </a:cubicBezTo>
                <a:lnTo>
                  <a:pt x="5641975" y="6269065"/>
                </a:lnTo>
                <a:cubicBezTo>
                  <a:pt x="5641975" y="6304120"/>
                  <a:pt x="5613558" y="6332538"/>
                  <a:pt x="5578503" y="6332538"/>
                </a:cubicBezTo>
                <a:lnTo>
                  <a:pt x="63472" y="6332538"/>
                </a:lnTo>
                <a:cubicBezTo>
                  <a:pt x="28417" y="6332538"/>
                  <a:pt x="0" y="6304120"/>
                  <a:pt x="0" y="6269065"/>
                </a:cubicBezTo>
                <a:lnTo>
                  <a:pt x="0" y="63472"/>
                </a:lnTo>
                <a:cubicBezTo>
                  <a:pt x="0" y="28441"/>
                  <a:pt x="28441" y="0"/>
                  <a:pt x="63472" y="0"/>
                </a:cubicBezTo>
                <a:close/>
              </a:path>
            </a:pathLst>
          </a:custGeom>
          <a:solidFill>
            <a:srgbClr val="181A1B">
              <a:alpha val="70196"/>
            </a:srgbClr>
          </a:solidFill>
          <a:ln w="10160">
            <a:solidFill>
              <a:srgbClr val="4DB6AC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3662" y="15619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6657975" y="1530348"/>
            <a:ext cx="511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Modules Overview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3025" y="1914423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1450" y="2012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Text 28"/>
          <p:cNvSpPr/>
          <p:nvPr/>
        </p:nvSpPr>
        <p:spPr>
          <a:xfrm>
            <a:off x="6489700" y="201285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70700" y="2028725"/>
            <a:ext cx="100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21450" y="2330350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login, roles, access control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99550" y="1914423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A0AAB3">
              <a:alpha val="10196"/>
            </a:srgbClr>
          </a:solidFill>
          <a:ln w="10160">
            <a:solidFill>
              <a:srgbClr val="A0AA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97975" y="2012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5" name="Text 33"/>
          <p:cNvSpPr/>
          <p:nvPr/>
        </p:nvSpPr>
        <p:spPr>
          <a:xfrm>
            <a:off x="9166225" y="201285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47225" y="2028725"/>
            <a:ext cx="119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Workspace Mgmt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97975" y="2330350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Projects, files, permissions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3025" y="2689123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21450" y="27875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6489700" y="27875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70700" y="2803426"/>
            <a:ext cx="81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Editor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21450" y="3105051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editing, undo/redo, cursors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99550" y="2689123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A0AAB3">
              <a:alpha val="10196"/>
            </a:srgbClr>
          </a:solidFill>
          <a:ln w="10160">
            <a:solidFill>
              <a:srgbClr val="A0AAB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97975" y="27875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5" name="Text 43"/>
          <p:cNvSpPr/>
          <p:nvPr/>
        </p:nvSpPr>
        <p:spPr>
          <a:xfrm>
            <a:off x="9166225" y="27875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547225" y="2803426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Checking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97975" y="3105051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detection, highlighting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3025" y="3463824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21450" y="35622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6489700" y="35622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70700" y="3578123"/>
            <a:ext cx="92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21450" y="3879748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suggestions, explanations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99550" y="3463824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A0AAB3">
              <a:alpha val="10196"/>
            </a:srgbClr>
          </a:solidFill>
          <a:ln w="10160">
            <a:solidFill>
              <a:srgbClr val="A0AAB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97975" y="35622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55" name="Text 53"/>
          <p:cNvSpPr/>
          <p:nvPr/>
        </p:nvSpPr>
        <p:spPr>
          <a:xfrm>
            <a:off x="9166225" y="35622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547225" y="3578123"/>
            <a:ext cx="104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97975" y="3879748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History, restoration, diff view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23025" y="4238525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21450" y="43369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0" name="Text 58"/>
          <p:cNvSpPr/>
          <p:nvPr/>
        </p:nvSpPr>
        <p:spPr>
          <a:xfrm>
            <a:off x="6489700" y="43369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70700" y="4352823"/>
            <a:ext cx="91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21450" y="4654448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editing, user presence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099550" y="4238525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A0AAB3">
              <a:alpha val="10196"/>
            </a:srgbClr>
          </a:solidFill>
          <a:ln w="10160">
            <a:solidFill>
              <a:srgbClr val="A0AAB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97975" y="43369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65" name="Text 63"/>
          <p:cNvSpPr/>
          <p:nvPr/>
        </p:nvSpPr>
        <p:spPr>
          <a:xfrm>
            <a:off x="9166225" y="43369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547225" y="4352823"/>
            <a:ext cx="1166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Conflict Handling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97975" y="4654448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edit resolution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423025" y="5013226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21450" y="511164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0" name="Text 68"/>
          <p:cNvSpPr/>
          <p:nvPr/>
        </p:nvSpPr>
        <p:spPr>
          <a:xfrm>
            <a:off x="6489700" y="5111649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70700" y="5127524"/>
            <a:ext cx="106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Execution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521450" y="5429149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Compile, run, sandboxed env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099550" y="5013226"/>
            <a:ext cx="2578100" cy="673100"/>
          </a:xfrm>
          <a:custGeom>
            <a:avLst/>
            <a:gdLst/>
            <a:ahLst/>
            <a:cxnLst/>
            <a:rect l="l" t="t" r="r" b="b"/>
            <a:pathLst>
              <a:path w="2578100" h="673100">
                <a:moveTo>
                  <a:pt x="63500" y="0"/>
                </a:moveTo>
                <a:lnTo>
                  <a:pt x="2514600" y="0"/>
                </a:lnTo>
                <a:cubicBezTo>
                  <a:pt x="2549670" y="0"/>
                  <a:pt x="2578100" y="28430"/>
                  <a:pt x="2578100" y="63500"/>
                </a:cubicBezTo>
                <a:lnTo>
                  <a:pt x="2578100" y="609600"/>
                </a:lnTo>
                <a:cubicBezTo>
                  <a:pt x="2578100" y="644670"/>
                  <a:pt x="2549670" y="673100"/>
                  <a:pt x="2514600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A0AAB3">
              <a:alpha val="10196"/>
            </a:srgbClr>
          </a:solidFill>
          <a:ln w="10160">
            <a:solidFill>
              <a:srgbClr val="A0AAB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97975" y="511164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75" name="Text 73"/>
          <p:cNvSpPr/>
          <p:nvPr/>
        </p:nvSpPr>
        <p:spPr>
          <a:xfrm>
            <a:off x="9166225" y="5111649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547225" y="5127524"/>
            <a:ext cx="1103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Activity Logging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97975" y="5429149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actions, audit trail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443" y="360443"/>
            <a:ext cx="72089" cy="432532"/>
          </a:xfrm>
          <a:custGeom>
            <a:avLst/>
            <a:gdLst/>
            <a:ahLst/>
            <a:cxnLst/>
            <a:rect l="l" t="t" r="r" b="b"/>
            <a:pathLst>
              <a:path w="72089" h="432532">
                <a:moveTo>
                  <a:pt x="0" y="0"/>
                </a:moveTo>
                <a:lnTo>
                  <a:pt x="72089" y="0"/>
                </a:lnTo>
                <a:lnTo>
                  <a:pt x="72089" y="432532"/>
                </a:lnTo>
                <a:lnTo>
                  <a:pt x="0" y="43253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76710" y="396488"/>
            <a:ext cx="4271255" cy="36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1-4: Core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6710" y="865064"/>
            <a:ext cx="11335947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Authentication, Workspace Management, Editor, and Syntax Checking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048" y="1265157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830" y="1448871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466774" y="1448871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2495" y="1412937"/>
            <a:ext cx="3036736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2495" y="1701181"/>
            <a:ext cx="3000692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access control and user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5896" y="2061625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764140" y="2025580"/>
            <a:ext cx="4208177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JWT-based Login: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Stateless authentication with JSON Web Tokens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5896" y="2349980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64140" y="2313935"/>
            <a:ext cx="481192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Admin and user roles with different permissions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5896" y="2638334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764140" y="2602290"/>
            <a:ext cx="3370146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Security: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Bcrypt hashing for secure storage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5896" y="2926689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764140" y="2890645"/>
            <a:ext cx="406400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Management: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Token expiration and refresh mechanisms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5896" y="3215044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764140" y="3179000"/>
            <a:ext cx="3460257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Routes: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Middleware to secure API endpoints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1830" y="3522997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29852" y="3670777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72089" y="0"/>
                </a:moveTo>
                <a:cubicBezTo>
                  <a:pt x="73384" y="0"/>
                  <a:pt x="74679" y="282"/>
                  <a:pt x="75862" y="817"/>
                </a:cubicBezTo>
                <a:lnTo>
                  <a:pt x="128915" y="23316"/>
                </a:lnTo>
                <a:cubicBezTo>
                  <a:pt x="135110" y="25935"/>
                  <a:pt x="139728" y="32046"/>
                  <a:pt x="139700" y="39424"/>
                </a:cubicBezTo>
                <a:cubicBezTo>
                  <a:pt x="139559" y="67358"/>
                  <a:pt x="128070" y="118468"/>
                  <a:pt x="79551" y="141699"/>
                </a:cubicBezTo>
                <a:cubicBezTo>
                  <a:pt x="74848" y="143952"/>
                  <a:pt x="69385" y="143952"/>
                  <a:pt x="64683" y="141699"/>
                </a:cubicBezTo>
                <a:cubicBezTo>
                  <a:pt x="16135" y="118468"/>
                  <a:pt x="4675" y="67358"/>
                  <a:pt x="4534" y="39424"/>
                </a:cubicBezTo>
                <a:cubicBezTo>
                  <a:pt x="4506" y="32046"/>
                  <a:pt x="9124" y="25935"/>
                  <a:pt x="15319" y="23316"/>
                </a:cubicBezTo>
                <a:lnTo>
                  <a:pt x="68343" y="817"/>
                </a:lnTo>
                <a:cubicBezTo>
                  <a:pt x="69526" y="282"/>
                  <a:pt x="70793" y="0"/>
                  <a:pt x="72089" y="0"/>
                </a:cubicBezTo>
                <a:close/>
                <a:moveTo>
                  <a:pt x="72089" y="18811"/>
                </a:moveTo>
                <a:lnTo>
                  <a:pt x="72089" y="125282"/>
                </a:lnTo>
                <a:cubicBezTo>
                  <a:pt x="110949" y="106472"/>
                  <a:pt x="121396" y="64795"/>
                  <a:pt x="121650" y="39846"/>
                </a:cubicBezTo>
                <a:lnTo>
                  <a:pt x="72089" y="18839"/>
                </a:lnTo>
                <a:lnTo>
                  <a:pt x="72089" y="18839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20"/>
          <p:cNvSpPr/>
          <p:nvPr/>
        </p:nvSpPr>
        <p:spPr>
          <a:xfrm>
            <a:off x="764140" y="3634733"/>
            <a:ext cx="301871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only authorized users access resources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1130" y="1265157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A0AAB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18912" y="1448871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5" name="Text 23"/>
          <p:cNvSpPr/>
          <p:nvPr/>
        </p:nvSpPr>
        <p:spPr>
          <a:xfrm>
            <a:off x="6273856" y="1448871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9577" y="1412937"/>
            <a:ext cx="3090803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Workspace &amp; File Management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9577" y="1701181"/>
            <a:ext cx="305475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organization and collaboration spaces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2978" y="2061625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9" name="Text 27"/>
          <p:cNvSpPr/>
          <p:nvPr/>
        </p:nvSpPr>
        <p:spPr>
          <a:xfrm>
            <a:off x="6571222" y="2025580"/>
            <a:ext cx="443345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Creation: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can create, rename, and delete coding projects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2978" y="2349980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1" name="Text 29"/>
          <p:cNvSpPr/>
          <p:nvPr/>
        </p:nvSpPr>
        <p:spPr>
          <a:xfrm>
            <a:off x="6571222" y="2313935"/>
            <a:ext cx="4370377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File/Folder Hierarchy: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Organize code with nested directory structures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2978" y="2638334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3" name="Text 31"/>
          <p:cNvSpPr/>
          <p:nvPr/>
        </p:nvSpPr>
        <p:spPr>
          <a:xfrm>
            <a:off x="6571222" y="2602290"/>
            <a:ext cx="454158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 Management: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 access to shared workspaces and files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2978" y="2926689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5" name="Text 33"/>
          <p:cNvSpPr/>
          <p:nvPr/>
        </p:nvSpPr>
        <p:spPr>
          <a:xfrm>
            <a:off x="6571222" y="2890645"/>
            <a:ext cx="437938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Collaborator System: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Add/remove users with read/write permissions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2978" y="3215044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7" name="Text 35"/>
          <p:cNvSpPr/>
          <p:nvPr/>
        </p:nvSpPr>
        <p:spPr>
          <a:xfrm>
            <a:off x="6571222" y="3179000"/>
            <a:ext cx="377564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Operations: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Create, edit, rename, move, and delete files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8912" y="3522997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A0AAB3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27923" y="3670777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15769" y="63528"/>
                </a:moveTo>
                <a:lnTo>
                  <a:pt x="9124" y="83409"/>
                </a:lnTo>
                <a:lnTo>
                  <a:pt x="9124" y="27033"/>
                </a:lnTo>
                <a:cubicBezTo>
                  <a:pt x="9124" y="17093"/>
                  <a:pt x="17206" y="9011"/>
                  <a:pt x="27146" y="9011"/>
                </a:cubicBezTo>
                <a:lnTo>
                  <a:pt x="66203" y="9011"/>
                </a:lnTo>
                <a:cubicBezTo>
                  <a:pt x="70089" y="9011"/>
                  <a:pt x="73891" y="10278"/>
                  <a:pt x="77017" y="12616"/>
                </a:cubicBezTo>
                <a:lnTo>
                  <a:pt x="87830" y="20725"/>
                </a:lnTo>
                <a:cubicBezTo>
                  <a:pt x="89379" y="21908"/>
                  <a:pt x="91294" y="22528"/>
                  <a:pt x="93237" y="22528"/>
                </a:cubicBezTo>
                <a:lnTo>
                  <a:pt x="126268" y="22528"/>
                </a:lnTo>
                <a:cubicBezTo>
                  <a:pt x="136208" y="22528"/>
                  <a:pt x="144290" y="30610"/>
                  <a:pt x="144290" y="40550"/>
                </a:cubicBezTo>
                <a:lnTo>
                  <a:pt x="144290" y="45055"/>
                </a:lnTo>
                <a:lnTo>
                  <a:pt x="41395" y="45055"/>
                </a:lnTo>
                <a:cubicBezTo>
                  <a:pt x="29765" y="45055"/>
                  <a:pt x="19430" y="52490"/>
                  <a:pt x="15741" y="63528"/>
                </a:cubicBezTo>
                <a:close/>
                <a:moveTo>
                  <a:pt x="134547" y="126155"/>
                </a:moveTo>
                <a:lnTo>
                  <a:pt x="27878" y="126155"/>
                </a:lnTo>
                <a:cubicBezTo>
                  <a:pt x="18642" y="126155"/>
                  <a:pt x="12137" y="117116"/>
                  <a:pt x="15065" y="108358"/>
                </a:cubicBezTo>
                <a:lnTo>
                  <a:pt x="28582" y="67808"/>
                </a:lnTo>
                <a:cubicBezTo>
                  <a:pt x="30412" y="62289"/>
                  <a:pt x="35594" y="58572"/>
                  <a:pt x="41395" y="58572"/>
                </a:cubicBezTo>
                <a:lnTo>
                  <a:pt x="148063" y="58572"/>
                </a:lnTo>
                <a:cubicBezTo>
                  <a:pt x="157300" y="58572"/>
                  <a:pt x="163805" y="67611"/>
                  <a:pt x="160876" y="76369"/>
                </a:cubicBezTo>
                <a:lnTo>
                  <a:pt x="147359" y="116919"/>
                </a:lnTo>
                <a:cubicBezTo>
                  <a:pt x="145529" y="122438"/>
                  <a:pt x="140348" y="126155"/>
                  <a:pt x="134547" y="126155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0" name="Text 38"/>
          <p:cNvSpPr/>
          <p:nvPr/>
        </p:nvSpPr>
        <p:spPr>
          <a:xfrm>
            <a:off x="6571222" y="3634733"/>
            <a:ext cx="290157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organized collaboration across teams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4048" y="4150169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1830" y="4333884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466774" y="4333884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2495" y="4297949"/>
            <a:ext cx="2865525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Editor (Code Writer)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495" y="4586194"/>
            <a:ext cx="282948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Feature-rich text editing with Monaco Editor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5896" y="4946638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764140" y="4910593"/>
            <a:ext cx="446048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Monaco Editor Integration: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Code-like editing experience in browser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5896" y="5234992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764140" y="5198948"/>
            <a:ext cx="446949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Editing Operations: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Insert, delete, replace with efficient algorithms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5896" y="5523347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Text 49"/>
          <p:cNvSpPr/>
          <p:nvPr/>
        </p:nvSpPr>
        <p:spPr>
          <a:xfrm>
            <a:off x="764140" y="5487303"/>
            <a:ext cx="414510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Undo/Redo Functionality: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Command pattern for operation history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5896" y="5811702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764140" y="5775658"/>
            <a:ext cx="456862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Cursor Position Tracking: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 and sync cursor locations across users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5896" y="6100057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Text 53"/>
          <p:cNvSpPr/>
          <p:nvPr/>
        </p:nvSpPr>
        <p:spPr>
          <a:xfrm>
            <a:off x="764140" y="6064012"/>
            <a:ext cx="4118067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Handling: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Multi-character and line selection capabilities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1830" y="6408010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0841" y="6555790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101600" y="338"/>
                </a:moveTo>
                <a:cubicBezTo>
                  <a:pt x="96813" y="-1042"/>
                  <a:pt x="91829" y="1746"/>
                  <a:pt x="90449" y="6533"/>
                </a:cubicBezTo>
                <a:lnTo>
                  <a:pt x="54404" y="132688"/>
                </a:lnTo>
                <a:cubicBezTo>
                  <a:pt x="53025" y="137475"/>
                  <a:pt x="55812" y="142460"/>
                  <a:pt x="60600" y="143839"/>
                </a:cubicBezTo>
                <a:cubicBezTo>
                  <a:pt x="65387" y="145219"/>
                  <a:pt x="70371" y="142431"/>
                  <a:pt x="71751" y="137644"/>
                </a:cubicBezTo>
                <a:lnTo>
                  <a:pt x="107795" y="11489"/>
                </a:lnTo>
                <a:cubicBezTo>
                  <a:pt x="109175" y="6702"/>
                  <a:pt x="106387" y="1718"/>
                  <a:pt x="101600" y="338"/>
                </a:cubicBezTo>
                <a:close/>
                <a:moveTo>
                  <a:pt x="119791" y="38663"/>
                </a:moveTo>
                <a:cubicBezTo>
                  <a:pt x="116271" y="42183"/>
                  <a:pt x="116271" y="47900"/>
                  <a:pt x="119791" y="51420"/>
                </a:cubicBezTo>
                <a:lnTo>
                  <a:pt x="140460" y="72089"/>
                </a:lnTo>
                <a:lnTo>
                  <a:pt x="119791" y="92758"/>
                </a:lnTo>
                <a:cubicBezTo>
                  <a:pt x="116271" y="96278"/>
                  <a:pt x="116271" y="101994"/>
                  <a:pt x="119791" y="105514"/>
                </a:cubicBezTo>
                <a:cubicBezTo>
                  <a:pt x="123311" y="109034"/>
                  <a:pt x="129027" y="109034"/>
                  <a:pt x="132547" y="105514"/>
                </a:cubicBezTo>
                <a:lnTo>
                  <a:pt x="159581" y="78481"/>
                </a:lnTo>
                <a:cubicBezTo>
                  <a:pt x="163101" y="74961"/>
                  <a:pt x="163101" y="69245"/>
                  <a:pt x="159581" y="65725"/>
                </a:cubicBezTo>
                <a:lnTo>
                  <a:pt x="132547" y="38691"/>
                </a:lnTo>
                <a:cubicBezTo>
                  <a:pt x="129027" y="35171"/>
                  <a:pt x="123311" y="35171"/>
                  <a:pt x="119791" y="38691"/>
                </a:cubicBezTo>
                <a:close/>
                <a:moveTo>
                  <a:pt x="42437" y="38663"/>
                </a:moveTo>
                <a:cubicBezTo>
                  <a:pt x="38917" y="35143"/>
                  <a:pt x="33200" y="35143"/>
                  <a:pt x="29680" y="38663"/>
                </a:cubicBezTo>
                <a:lnTo>
                  <a:pt x="2647" y="65696"/>
                </a:lnTo>
                <a:cubicBezTo>
                  <a:pt x="-873" y="69216"/>
                  <a:pt x="-873" y="74933"/>
                  <a:pt x="2647" y="78453"/>
                </a:cubicBezTo>
                <a:lnTo>
                  <a:pt x="29680" y="105486"/>
                </a:lnTo>
                <a:cubicBezTo>
                  <a:pt x="33200" y="109006"/>
                  <a:pt x="38917" y="109006"/>
                  <a:pt x="42437" y="105486"/>
                </a:cubicBezTo>
                <a:cubicBezTo>
                  <a:pt x="45957" y="101966"/>
                  <a:pt x="45957" y="96250"/>
                  <a:pt x="42437" y="92730"/>
                </a:cubicBezTo>
                <a:lnTo>
                  <a:pt x="21767" y="72089"/>
                </a:lnTo>
                <a:lnTo>
                  <a:pt x="42408" y="51420"/>
                </a:lnTo>
                <a:cubicBezTo>
                  <a:pt x="45928" y="47900"/>
                  <a:pt x="45928" y="42183"/>
                  <a:pt x="42408" y="38663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58" name="Text 56"/>
          <p:cNvSpPr/>
          <p:nvPr/>
        </p:nvSpPr>
        <p:spPr>
          <a:xfrm>
            <a:off x="764140" y="6519745"/>
            <a:ext cx="2964647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editing functionality with professional UX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1130" y="4150169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A0AAB3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18912" y="4333884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61" name="Text 59"/>
          <p:cNvSpPr/>
          <p:nvPr/>
        </p:nvSpPr>
        <p:spPr>
          <a:xfrm>
            <a:off x="6273856" y="4333884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59577" y="4297949"/>
            <a:ext cx="2757392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Checking Module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59577" y="4586194"/>
            <a:ext cx="272134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error detection and code quality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72978" y="4946638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65" name="Text 63"/>
          <p:cNvSpPr/>
          <p:nvPr/>
        </p:nvSpPr>
        <p:spPr>
          <a:xfrm>
            <a:off x="6571222" y="4910593"/>
            <a:ext cx="327102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Detection: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syntax errors as users type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72978" y="5234992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67" name="Text 65"/>
          <p:cNvSpPr/>
          <p:nvPr/>
        </p:nvSpPr>
        <p:spPr>
          <a:xfrm>
            <a:off x="6571222" y="5198948"/>
            <a:ext cx="413608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Highlighting: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Color-coded text for different code elements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72978" y="5523347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69" name="Text 67"/>
          <p:cNvSpPr/>
          <p:nvPr/>
        </p:nvSpPr>
        <p:spPr>
          <a:xfrm>
            <a:off x="6571222" y="5487303"/>
            <a:ext cx="392883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Linting Integration: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ESLint/TSLint for code quality enforcement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72978" y="5811702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71" name="Text 69"/>
          <p:cNvSpPr/>
          <p:nvPr/>
        </p:nvSpPr>
        <p:spPr>
          <a:xfrm>
            <a:off x="6571222" y="5775658"/>
            <a:ext cx="385674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Auto-formatting: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Prettier integration for consistent code style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72978" y="6100057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73" name="Text 71"/>
          <p:cNvSpPr/>
          <p:nvPr/>
        </p:nvSpPr>
        <p:spPr>
          <a:xfrm>
            <a:off x="6571222" y="6064012"/>
            <a:ext cx="3703557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Support: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JavaScript, Python, C++, Java, and more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18912" y="6408010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A0AAB3">
              <a:alpha val="3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6336934" y="6555790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72089" y="144177"/>
                </a:moveTo>
                <a:cubicBezTo>
                  <a:pt x="111876" y="144177"/>
                  <a:pt x="144177" y="111876"/>
                  <a:pt x="144177" y="72089"/>
                </a:cubicBezTo>
                <a:cubicBezTo>
                  <a:pt x="144177" y="32302"/>
                  <a:pt x="111876" y="0"/>
                  <a:pt x="72089" y="0"/>
                </a:cubicBezTo>
                <a:cubicBezTo>
                  <a:pt x="32302" y="0"/>
                  <a:pt x="0" y="32302"/>
                  <a:pt x="0" y="72089"/>
                </a:cubicBezTo>
                <a:cubicBezTo>
                  <a:pt x="0" y="111876"/>
                  <a:pt x="32302" y="144177"/>
                  <a:pt x="72089" y="144177"/>
                </a:cubicBezTo>
                <a:close/>
                <a:moveTo>
                  <a:pt x="95855" y="59896"/>
                </a:moveTo>
                <a:lnTo>
                  <a:pt x="73328" y="95940"/>
                </a:lnTo>
                <a:cubicBezTo>
                  <a:pt x="72145" y="97827"/>
                  <a:pt x="70118" y="99009"/>
                  <a:pt x="67893" y="99122"/>
                </a:cubicBezTo>
                <a:cubicBezTo>
                  <a:pt x="65668" y="99235"/>
                  <a:pt x="63528" y="98221"/>
                  <a:pt x="62205" y="96419"/>
                </a:cubicBezTo>
                <a:lnTo>
                  <a:pt x="48688" y="78396"/>
                </a:lnTo>
                <a:cubicBezTo>
                  <a:pt x="46435" y="75412"/>
                  <a:pt x="47055" y="71188"/>
                  <a:pt x="50040" y="68935"/>
                </a:cubicBezTo>
                <a:cubicBezTo>
                  <a:pt x="53025" y="66682"/>
                  <a:pt x="57249" y="67302"/>
                  <a:pt x="59501" y="70286"/>
                </a:cubicBezTo>
                <a:lnTo>
                  <a:pt x="67104" y="80424"/>
                </a:lnTo>
                <a:lnTo>
                  <a:pt x="84394" y="52743"/>
                </a:lnTo>
                <a:cubicBezTo>
                  <a:pt x="86366" y="49589"/>
                  <a:pt x="90533" y="48604"/>
                  <a:pt x="93715" y="50603"/>
                </a:cubicBezTo>
                <a:cubicBezTo>
                  <a:pt x="96897" y="52602"/>
                  <a:pt x="97855" y="56742"/>
                  <a:pt x="95855" y="59924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76" name="Text 74"/>
          <p:cNvSpPr/>
          <p:nvPr/>
        </p:nvSpPr>
        <p:spPr>
          <a:xfrm>
            <a:off x="6571222" y="6519745"/>
            <a:ext cx="260420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code quality and reduces bugs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621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5-7: Intelligence &amp; Collaboration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Assistance, Version Control, and Real-Time Collaboration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3703320" cy="4017645"/>
          </a:xfrm>
          <a:custGeom>
            <a:avLst/>
            <a:gdLst/>
            <a:ahLst/>
            <a:cxnLst/>
            <a:rect l="l" t="t" r="r" b="b"/>
            <a:pathLst>
              <a:path w="3703320" h="4017645">
                <a:moveTo>
                  <a:pt x="76214" y="0"/>
                </a:moveTo>
                <a:lnTo>
                  <a:pt x="3627106" y="0"/>
                </a:lnTo>
                <a:cubicBezTo>
                  <a:pt x="3669198" y="0"/>
                  <a:pt x="3703320" y="34122"/>
                  <a:pt x="3703320" y="76214"/>
                </a:cubicBezTo>
                <a:lnTo>
                  <a:pt x="3703320" y="3941431"/>
                </a:lnTo>
                <a:cubicBezTo>
                  <a:pt x="3703320" y="3983523"/>
                  <a:pt x="3669198" y="4017645"/>
                  <a:pt x="3627106" y="4017645"/>
                </a:cubicBezTo>
                <a:lnTo>
                  <a:pt x="76214" y="4017645"/>
                </a:lnTo>
                <a:cubicBezTo>
                  <a:pt x="34122" y="4017645"/>
                  <a:pt x="0" y="3983523"/>
                  <a:pt x="0" y="39414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493395" y="153161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2520" y="1493518"/>
            <a:ext cx="2914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Assistance &amp; Code Completion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9595" y="21793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8"/>
          <p:cNvSpPr/>
          <p:nvPr/>
        </p:nvSpPr>
        <p:spPr>
          <a:xfrm>
            <a:off x="751046" y="21412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Suggestions: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AI-powered code completion using LLM APIs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595" y="27127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56" y="26746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Explanation: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documentation and clarify complex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9595" y="32461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747713" y="32080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Autocomplete: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Context-aware variable and function name suggestions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4357" y="37795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4"/>
          <p:cNvSpPr/>
          <p:nvPr/>
        </p:nvSpPr>
        <p:spPr>
          <a:xfrm>
            <a:off x="757595" y="3741418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Correction: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AI-suggested fixes for common coding mistakes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4832" y="43129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741283" y="4274818"/>
            <a:ext cx="3267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Optimization: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and readability improvement suggestions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1020" y="4850128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60070" y="5006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1" name="Text 19"/>
          <p:cNvSpPr/>
          <p:nvPr/>
        </p:nvSpPr>
        <p:spPr>
          <a:xfrm>
            <a:off x="807720" y="4968236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productivity and learning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45531" y="1337310"/>
            <a:ext cx="3703320" cy="4017645"/>
          </a:xfrm>
          <a:custGeom>
            <a:avLst/>
            <a:gdLst/>
            <a:ahLst/>
            <a:cxnLst/>
            <a:rect l="l" t="t" r="r" b="b"/>
            <a:pathLst>
              <a:path w="3703320" h="4017645">
                <a:moveTo>
                  <a:pt x="76214" y="0"/>
                </a:moveTo>
                <a:lnTo>
                  <a:pt x="3627106" y="0"/>
                </a:lnTo>
                <a:cubicBezTo>
                  <a:pt x="3669198" y="0"/>
                  <a:pt x="3703320" y="34122"/>
                  <a:pt x="3703320" y="76214"/>
                </a:cubicBezTo>
                <a:lnTo>
                  <a:pt x="3703320" y="3941431"/>
                </a:lnTo>
                <a:cubicBezTo>
                  <a:pt x="3703320" y="3983523"/>
                  <a:pt x="3669198" y="4017645"/>
                  <a:pt x="3627106" y="4017645"/>
                </a:cubicBezTo>
                <a:lnTo>
                  <a:pt x="76214" y="4017645"/>
                </a:lnTo>
                <a:cubicBezTo>
                  <a:pt x="34122" y="4017645"/>
                  <a:pt x="0" y="3983523"/>
                  <a:pt x="0" y="39414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A0AAB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1741" y="14935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2"/>
          <p:cNvSpPr/>
          <p:nvPr/>
        </p:nvSpPr>
        <p:spPr>
          <a:xfrm>
            <a:off x="4354116" y="149351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73241" y="1588768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 Module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0316" y="21031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1648" y="20650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Tracking: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 every change with user, timestamp, and diff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5078" y="26365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9" name="Text 27"/>
          <p:cNvSpPr/>
          <p:nvPr/>
        </p:nvSpPr>
        <p:spPr>
          <a:xfrm>
            <a:off x="4618077" y="2598418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Restoration: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Revert to any previous version with one click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35078" y="31699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1" name="Text 29"/>
          <p:cNvSpPr/>
          <p:nvPr/>
        </p:nvSpPr>
        <p:spPr>
          <a:xfrm>
            <a:off x="4621054" y="3131818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 Visualization: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Side-by-side comparison highlighting changes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0316" y="37033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3" name="Text 31"/>
          <p:cNvSpPr/>
          <p:nvPr/>
        </p:nvSpPr>
        <p:spPr>
          <a:xfrm>
            <a:off x="4611767" y="36652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Branching: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experimental versions without affecting main code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4603" y="42367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5" name="Text 33"/>
          <p:cNvSpPr/>
          <p:nvPr/>
        </p:nvSpPr>
        <p:spPr>
          <a:xfrm>
            <a:off x="4643080" y="4198618"/>
            <a:ext cx="3219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Annotations: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See who changed what and when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1741" y="4850128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A0AAB3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11266" y="500633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8" name="Text 36"/>
          <p:cNvSpPr/>
          <p:nvPr/>
        </p:nvSpPr>
        <p:spPr>
          <a:xfrm>
            <a:off x="4668441" y="4968236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lose code changes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6371" y="1337310"/>
            <a:ext cx="3703320" cy="4017645"/>
          </a:xfrm>
          <a:custGeom>
            <a:avLst/>
            <a:gdLst/>
            <a:ahLst/>
            <a:cxnLst/>
            <a:rect l="l" t="t" r="r" b="b"/>
            <a:pathLst>
              <a:path w="3703320" h="4017645">
                <a:moveTo>
                  <a:pt x="76214" y="0"/>
                </a:moveTo>
                <a:lnTo>
                  <a:pt x="3627106" y="0"/>
                </a:lnTo>
                <a:cubicBezTo>
                  <a:pt x="3669198" y="0"/>
                  <a:pt x="3703320" y="34122"/>
                  <a:pt x="3703320" y="76214"/>
                </a:cubicBezTo>
                <a:lnTo>
                  <a:pt x="3703320" y="3941431"/>
                </a:lnTo>
                <a:cubicBezTo>
                  <a:pt x="3703320" y="3983523"/>
                  <a:pt x="3669198" y="4017645"/>
                  <a:pt x="3627106" y="4017645"/>
                </a:cubicBezTo>
                <a:lnTo>
                  <a:pt x="76214" y="4017645"/>
                </a:lnTo>
                <a:cubicBezTo>
                  <a:pt x="34122" y="4017645"/>
                  <a:pt x="0" y="3983523"/>
                  <a:pt x="0" y="39414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2581" y="14935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9"/>
          <p:cNvSpPr/>
          <p:nvPr/>
        </p:nvSpPr>
        <p:spPr>
          <a:xfrm>
            <a:off x="8214956" y="149351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34081" y="1588768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Collaboration Module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91156" y="21031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4" name="Text 42"/>
          <p:cNvSpPr/>
          <p:nvPr/>
        </p:nvSpPr>
        <p:spPr>
          <a:xfrm>
            <a:off x="8467487" y="20650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Editing Sync: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Socket.IO broadcasts changes to all connected clients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95918" y="26365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8485108" y="2598418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Presence: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active collaborators with colored cursors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5918" y="31699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8483561" y="3131818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Cursor Positioning: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Track and display where each user is editing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95918" y="37033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0" name="Text 48"/>
          <p:cNvSpPr/>
          <p:nvPr/>
        </p:nvSpPr>
        <p:spPr>
          <a:xfrm>
            <a:off x="8478441" y="3665218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Transform: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Resolve concurrent edits without conflicts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86393" y="42367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2" name="Text 50"/>
          <p:cNvSpPr/>
          <p:nvPr/>
        </p:nvSpPr>
        <p:spPr>
          <a:xfrm>
            <a:off x="8466534" y="4198618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Management: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Isolate workspaces to prevent cross-contamination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2581" y="4850128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2581" y="500633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55" name="Text 53"/>
          <p:cNvSpPr/>
          <p:nvPr/>
        </p:nvSpPr>
        <p:spPr>
          <a:xfrm>
            <a:off x="8529281" y="4968236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seamless team collaboration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4810" y="5551169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76196" y="0"/>
                </a:moveTo>
                <a:lnTo>
                  <a:pt x="11342374" y="0"/>
                </a:lnTo>
                <a:cubicBezTo>
                  <a:pt x="11384456" y="0"/>
                  <a:pt x="11418570" y="34114"/>
                  <a:pt x="11418570" y="76196"/>
                </a:cubicBezTo>
                <a:lnTo>
                  <a:pt x="11418570" y="845824"/>
                </a:lnTo>
                <a:cubicBezTo>
                  <a:pt x="11418570" y="887906"/>
                  <a:pt x="11384456" y="922020"/>
                  <a:pt x="1134237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4832" y="57454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Text 56"/>
          <p:cNvSpPr/>
          <p:nvPr/>
        </p:nvSpPr>
        <p:spPr>
          <a:xfrm>
            <a:off x="779145" y="5707377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Technologies &amp; Patterns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41020" y="6088377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APIs: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OpenAI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20540" y="6088377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 Algorithm: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Myers' diff algorithm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100060" y="6088377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 Algorithm:</a:t>
            </a:r>
            <a:r>
              <a:rPr lang="en-US" sz="120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Google Docs-style transforms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443" y="360443"/>
            <a:ext cx="72089" cy="432532"/>
          </a:xfrm>
          <a:custGeom>
            <a:avLst/>
            <a:gdLst/>
            <a:ahLst/>
            <a:cxnLst/>
            <a:rect l="l" t="t" r="r" b="b"/>
            <a:pathLst>
              <a:path w="72089" h="432532">
                <a:moveTo>
                  <a:pt x="0" y="0"/>
                </a:moveTo>
                <a:lnTo>
                  <a:pt x="72089" y="0"/>
                </a:lnTo>
                <a:lnTo>
                  <a:pt x="72089" y="432532"/>
                </a:lnTo>
                <a:lnTo>
                  <a:pt x="0" y="43253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76710" y="396488"/>
            <a:ext cx="6181605" cy="36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8-11: Advanced Features &amp; Quality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6710" y="865064"/>
            <a:ext cx="11335947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Conflict Handling, Code Execution, Logging, and Non-Functional Requirements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048" y="1265157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830" y="1448867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466774" y="1448867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2495" y="1412937"/>
            <a:ext cx="3856745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Conflict Handling Module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2495" y="1701177"/>
            <a:ext cx="382070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edit resolution using Operational Transformation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5896" y="2061620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764140" y="2025576"/>
            <a:ext cx="463169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Transformation (OT):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to resolve simultaneous edits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5896" y="2349975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64140" y="2313931"/>
            <a:ext cx="451455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 Preservation: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Maintains user intent when transforming operations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5896" y="2638330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764140" y="2602286"/>
            <a:ext cx="4199166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Guarantee: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clients reach identical document state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5896" y="2926685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764140" y="2890640"/>
            <a:ext cx="392883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Authority: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 server resolves conflicts consistently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5896" y="3215039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764140" y="3178995"/>
            <a:ext cx="448752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Case Handling: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Insert-insert, insert-delete, delete-delete conflicts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1830" y="3522997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8863" y="3670777"/>
            <a:ext cx="126155" cy="144177"/>
          </a:xfrm>
          <a:custGeom>
            <a:avLst/>
            <a:gdLst/>
            <a:ahLst/>
            <a:cxnLst/>
            <a:rect l="l" t="t" r="r" b="b"/>
            <a:pathLst>
              <a:path w="126155" h="144177">
                <a:moveTo>
                  <a:pt x="22528" y="29286"/>
                </a:moveTo>
                <a:cubicBezTo>
                  <a:pt x="26258" y="29286"/>
                  <a:pt x="29286" y="26258"/>
                  <a:pt x="29286" y="22528"/>
                </a:cubicBezTo>
                <a:cubicBezTo>
                  <a:pt x="29286" y="18798"/>
                  <a:pt x="26258" y="15769"/>
                  <a:pt x="22528" y="15769"/>
                </a:cubicBezTo>
                <a:cubicBezTo>
                  <a:pt x="18798" y="15769"/>
                  <a:pt x="15769" y="18798"/>
                  <a:pt x="15769" y="22528"/>
                </a:cubicBezTo>
                <a:cubicBezTo>
                  <a:pt x="15769" y="26258"/>
                  <a:pt x="18798" y="29286"/>
                  <a:pt x="22528" y="29286"/>
                </a:cubicBezTo>
                <a:close/>
                <a:moveTo>
                  <a:pt x="45055" y="22528"/>
                </a:moveTo>
                <a:cubicBezTo>
                  <a:pt x="45055" y="31764"/>
                  <a:pt x="39508" y="39705"/>
                  <a:pt x="31539" y="43169"/>
                </a:cubicBezTo>
                <a:lnTo>
                  <a:pt x="31539" y="63078"/>
                </a:lnTo>
                <a:lnTo>
                  <a:pt x="81100" y="63078"/>
                </a:lnTo>
                <a:cubicBezTo>
                  <a:pt x="88562" y="63078"/>
                  <a:pt x="94616" y="57023"/>
                  <a:pt x="94616" y="49561"/>
                </a:cubicBezTo>
                <a:lnTo>
                  <a:pt x="94616" y="43169"/>
                </a:lnTo>
                <a:cubicBezTo>
                  <a:pt x="86647" y="39705"/>
                  <a:pt x="81100" y="31764"/>
                  <a:pt x="81100" y="22528"/>
                </a:cubicBezTo>
                <a:cubicBezTo>
                  <a:pt x="81100" y="10081"/>
                  <a:pt x="91181" y="0"/>
                  <a:pt x="103627" y="0"/>
                </a:cubicBezTo>
                <a:cubicBezTo>
                  <a:pt x="116074" y="0"/>
                  <a:pt x="126155" y="10081"/>
                  <a:pt x="126155" y="22528"/>
                </a:cubicBezTo>
                <a:cubicBezTo>
                  <a:pt x="126155" y="31764"/>
                  <a:pt x="120608" y="39705"/>
                  <a:pt x="112639" y="43169"/>
                </a:cubicBezTo>
                <a:lnTo>
                  <a:pt x="112639" y="49561"/>
                </a:lnTo>
                <a:cubicBezTo>
                  <a:pt x="112639" y="66992"/>
                  <a:pt x="98531" y="81100"/>
                  <a:pt x="81100" y="81100"/>
                </a:cubicBezTo>
                <a:lnTo>
                  <a:pt x="31539" y="81100"/>
                </a:lnTo>
                <a:lnTo>
                  <a:pt x="31539" y="101009"/>
                </a:lnTo>
                <a:cubicBezTo>
                  <a:pt x="39508" y="104472"/>
                  <a:pt x="45055" y="112413"/>
                  <a:pt x="45055" y="121650"/>
                </a:cubicBezTo>
                <a:cubicBezTo>
                  <a:pt x="45055" y="134096"/>
                  <a:pt x="34974" y="144177"/>
                  <a:pt x="22528" y="144177"/>
                </a:cubicBezTo>
                <a:cubicBezTo>
                  <a:pt x="10081" y="144177"/>
                  <a:pt x="0" y="134096"/>
                  <a:pt x="0" y="121650"/>
                </a:cubicBezTo>
                <a:cubicBezTo>
                  <a:pt x="0" y="112413"/>
                  <a:pt x="5547" y="104472"/>
                  <a:pt x="13517" y="101009"/>
                </a:cubicBezTo>
                <a:lnTo>
                  <a:pt x="13517" y="43197"/>
                </a:lnTo>
                <a:cubicBezTo>
                  <a:pt x="5547" y="39705"/>
                  <a:pt x="0" y="31764"/>
                  <a:pt x="0" y="22528"/>
                </a:cubicBezTo>
                <a:cubicBezTo>
                  <a:pt x="0" y="10081"/>
                  <a:pt x="10081" y="0"/>
                  <a:pt x="22528" y="0"/>
                </a:cubicBezTo>
                <a:cubicBezTo>
                  <a:pt x="34974" y="0"/>
                  <a:pt x="45055" y="10081"/>
                  <a:pt x="45055" y="22528"/>
                </a:cubicBezTo>
                <a:close/>
                <a:moveTo>
                  <a:pt x="110386" y="22528"/>
                </a:moveTo>
                <a:cubicBezTo>
                  <a:pt x="110386" y="18798"/>
                  <a:pt x="107358" y="15769"/>
                  <a:pt x="103627" y="15769"/>
                </a:cubicBezTo>
                <a:cubicBezTo>
                  <a:pt x="99897" y="15769"/>
                  <a:pt x="96869" y="18798"/>
                  <a:pt x="96869" y="22528"/>
                </a:cubicBezTo>
                <a:cubicBezTo>
                  <a:pt x="96869" y="26258"/>
                  <a:pt x="99897" y="29286"/>
                  <a:pt x="103627" y="29286"/>
                </a:cubicBezTo>
                <a:cubicBezTo>
                  <a:pt x="107358" y="29286"/>
                  <a:pt x="110386" y="26258"/>
                  <a:pt x="110386" y="22528"/>
                </a:cubicBezTo>
                <a:close/>
                <a:moveTo>
                  <a:pt x="22528" y="128408"/>
                </a:moveTo>
                <a:cubicBezTo>
                  <a:pt x="26258" y="128408"/>
                  <a:pt x="29286" y="125380"/>
                  <a:pt x="29286" y="121650"/>
                </a:cubicBezTo>
                <a:cubicBezTo>
                  <a:pt x="29286" y="117920"/>
                  <a:pt x="26258" y="114891"/>
                  <a:pt x="22528" y="114891"/>
                </a:cubicBezTo>
                <a:cubicBezTo>
                  <a:pt x="18798" y="114891"/>
                  <a:pt x="15769" y="117920"/>
                  <a:pt x="15769" y="121650"/>
                </a:cubicBezTo>
                <a:cubicBezTo>
                  <a:pt x="15769" y="125380"/>
                  <a:pt x="18798" y="128408"/>
                  <a:pt x="22528" y="128408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20"/>
          <p:cNvSpPr/>
          <p:nvPr/>
        </p:nvSpPr>
        <p:spPr>
          <a:xfrm>
            <a:off x="764140" y="3634733"/>
            <a:ext cx="2757392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data loss and ensures consistency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1130" y="1265157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A0AAB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18912" y="1448867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5" name="Text 23"/>
          <p:cNvSpPr/>
          <p:nvPr/>
        </p:nvSpPr>
        <p:spPr>
          <a:xfrm>
            <a:off x="6273856" y="1448867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9577" y="1412937"/>
            <a:ext cx="3766634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Execution Module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9577" y="1701177"/>
            <a:ext cx="373059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compilation and execution in sandboxed environment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2978" y="2115814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3" name="Text 31"/>
          <p:cNvSpPr/>
          <p:nvPr/>
        </p:nvSpPr>
        <p:spPr>
          <a:xfrm>
            <a:off x="6571222" y="2070442"/>
            <a:ext cx="421718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Limits: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CPU, memory, and time constraints per execution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2978" y="2394839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5" name="Text 33"/>
          <p:cNvSpPr/>
          <p:nvPr/>
        </p:nvSpPr>
        <p:spPr>
          <a:xfrm>
            <a:off x="6571222" y="2349464"/>
            <a:ext cx="348729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Capture: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Redirect stdout/stderr with formatting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2978" y="2683196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7" name="Text 35"/>
          <p:cNvSpPr/>
          <p:nvPr/>
        </p:nvSpPr>
        <p:spPr>
          <a:xfrm>
            <a:off x="6571222" y="2637819"/>
            <a:ext cx="390180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Restrictions: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and file system access blocked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8912" y="3522997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A0AAB3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36934" y="3670777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71357" y="817"/>
                </a:moveTo>
                <a:cubicBezTo>
                  <a:pt x="70174" y="282"/>
                  <a:pt x="68907" y="0"/>
                  <a:pt x="67583" y="0"/>
                </a:cubicBezTo>
                <a:cubicBezTo>
                  <a:pt x="66260" y="0"/>
                  <a:pt x="64992" y="282"/>
                  <a:pt x="63810" y="817"/>
                </a:cubicBezTo>
                <a:lnTo>
                  <a:pt x="10785" y="23316"/>
                </a:lnTo>
                <a:cubicBezTo>
                  <a:pt x="4590" y="25935"/>
                  <a:pt x="-28" y="32046"/>
                  <a:pt x="0" y="39424"/>
                </a:cubicBezTo>
                <a:cubicBezTo>
                  <a:pt x="141" y="67358"/>
                  <a:pt x="11630" y="118468"/>
                  <a:pt x="60149" y="141699"/>
                </a:cubicBezTo>
                <a:cubicBezTo>
                  <a:pt x="64852" y="143952"/>
                  <a:pt x="70315" y="143952"/>
                  <a:pt x="75017" y="141699"/>
                </a:cubicBezTo>
                <a:cubicBezTo>
                  <a:pt x="123565" y="118468"/>
                  <a:pt x="135054" y="67358"/>
                  <a:pt x="135166" y="39424"/>
                </a:cubicBezTo>
                <a:cubicBezTo>
                  <a:pt x="135194" y="32046"/>
                  <a:pt x="130576" y="25935"/>
                  <a:pt x="124381" y="23316"/>
                </a:cubicBezTo>
                <a:lnTo>
                  <a:pt x="71357" y="817"/>
                </a:lnTo>
                <a:close/>
                <a:moveTo>
                  <a:pt x="67583" y="36044"/>
                </a:moveTo>
                <a:cubicBezTo>
                  <a:pt x="71328" y="36044"/>
                  <a:pt x="74341" y="39057"/>
                  <a:pt x="74341" y="42803"/>
                </a:cubicBezTo>
                <a:cubicBezTo>
                  <a:pt x="74341" y="49251"/>
                  <a:pt x="82142" y="52490"/>
                  <a:pt x="86704" y="47928"/>
                </a:cubicBezTo>
                <a:cubicBezTo>
                  <a:pt x="89351" y="45281"/>
                  <a:pt x="93631" y="45281"/>
                  <a:pt x="96250" y="47928"/>
                </a:cubicBezTo>
                <a:cubicBezTo>
                  <a:pt x="98869" y="50575"/>
                  <a:pt x="98897" y="54855"/>
                  <a:pt x="96250" y="57474"/>
                </a:cubicBezTo>
                <a:cubicBezTo>
                  <a:pt x="91688" y="62036"/>
                  <a:pt x="94926" y="69836"/>
                  <a:pt x="101375" y="69836"/>
                </a:cubicBezTo>
                <a:cubicBezTo>
                  <a:pt x="105120" y="69836"/>
                  <a:pt x="108133" y="72849"/>
                  <a:pt x="108133" y="76594"/>
                </a:cubicBezTo>
                <a:cubicBezTo>
                  <a:pt x="108133" y="80339"/>
                  <a:pt x="105120" y="83353"/>
                  <a:pt x="101375" y="83353"/>
                </a:cubicBezTo>
                <a:cubicBezTo>
                  <a:pt x="94926" y="83353"/>
                  <a:pt x="91688" y="91153"/>
                  <a:pt x="96250" y="95715"/>
                </a:cubicBezTo>
                <a:cubicBezTo>
                  <a:pt x="98897" y="98362"/>
                  <a:pt x="98897" y="102642"/>
                  <a:pt x="96250" y="105261"/>
                </a:cubicBezTo>
                <a:cubicBezTo>
                  <a:pt x="93603" y="107880"/>
                  <a:pt x="89322" y="107908"/>
                  <a:pt x="86704" y="105261"/>
                </a:cubicBezTo>
                <a:cubicBezTo>
                  <a:pt x="82142" y="100699"/>
                  <a:pt x="74341" y="103937"/>
                  <a:pt x="74341" y="110386"/>
                </a:cubicBezTo>
                <a:cubicBezTo>
                  <a:pt x="74341" y="114131"/>
                  <a:pt x="71328" y="117144"/>
                  <a:pt x="67583" y="117144"/>
                </a:cubicBezTo>
                <a:cubicBezTo>
                  <a:pt x="63838" y="117144"/>
                  <a:pt x="60825" y="114131"/>
                  <a:pt x="60825" y="110386"/>
                </a:cubicBezTo>
                <a:cubicBezTo>
                  <a:pt x="60825" y="103937"/>
                  <a:pt x="53025" y="100699"/>
                  <a:pt x="48463" y="105261"/>
                </a:cubicBezTo>
                <a:cubicBezTo>
                  <a:pt x="45816" y="107908"/>
                  <a:pt x="41535" y="107908"/>
                  <a:pt x="38917" y="105261"/>
                </a:cubicBezTo>
                <a:cubicBezTo>
                  <a:pt x="36298" y="102614"/>
                  <a:pt x="36270" y="98333"/>
                  <a:pt x="38917" y="95715"/>
                </a:cubicBezTo>
                <a:cubicBezTo>
                  <a:pt x="43478" y="91153"/>
                  <a:pt x="40240" y="83353"/>
                  <a:pt x="33792" y="83353"/>
                </a:cubicBezTo>
                <a:cubicBezTo>
                  <a:pt x="30046" y="83353"/>
                  <a:pt x="27033" y="80339"/>
                  <a:pt x="27033" y="76594"/>
                </a:cubicBezTo>
                <a:cubicBezTo>
                  <a:pt x="27033" y="72849"/>
                  <a:pt x="30046" y="69836"/>
                  <a:pt x="33792" y="69836"/>
                </a:cubicBezTo>
                <a:cubicBezTo>
                  <a:pt x="40240" y="69836"/>
                  <a:pt x="43478" y="62036"/>
                  <a:pt x="38917" y="57474"/>
                </a:cubicBezTo>
                <a:cubicBezTo>
                  <a:pt x="36270" y="54827"/>
                  <a:pt x="36270" y="50547"/>
                  <a:pt x="38917" y="47928"/>
                </a:cubicBezTo>
                <a:cubicBezTo>
                  <a:pt x="41564" y="45309"/>
                  <a:pt x="45844" y="45281"/>
                  <a:pt x="48463" y="47928"/>
                </a:cubicBezTo>
                <a:cubicBezTo>
                  <a:pt x="53025" y="52490"/>
                  <a:pt x="60825" y="49251"/>
                  <a:pt x="60825" y="42803"/>
                </a:cubicBezTo>
                <a:cubicBezTo>
                  <a:pt x="60825" y="39057"/>
                  <a:pt x="63838" y="36044"/>
                  <a:pt x="67583" y="36044"/>
                </a:cubicBezTo>
                <a:close/>
                <a:moveTo>
                  <a:pt x="58572" y="74341"/>
                </a:moveTo>
                <a:cubicBezTo>
                  <a:pt x="62302" y="74341"/>
                  <a:pt x="65330" y="71313"/>
                  <a:pt x="65330" y="67583"/>
                </a:cubicBezTo>
                <a:cubicBezTo>
                  <a:pt x="65330" y="63853"/>
                  <a:pt x="62302" y="60825"/>
                  <a:pt x="58572" y="60825"/>
                </a:cubicBezTo>
                <a:cubicBezTo>
                  <a:pt x="54842" y="60825"/>
                  <a:pt x="51814" y="63853"/>
                  <a:pt x="51814" y="67583"/>
                </a:cubicBezTo>
                <a:cubicBezTo>
                  <a:pt x="51814" y="71313"/>
                  <a:pt x="54842" y="74341"/>
                  <a:pt x="58572" y="74341"/>
                </a:cubicBezTo>
                <a:close/>
                <a:moveTo>
                  <a:pt x="83353" y="85605"/>
                </a:moveTo>
                <a:cubicBezTo>
                  <a:pt x="83353" y="81875"/>
                  <a:pt x="80324" y="78847"/>
                  <a:pt x="76594" y="78847"/>
                </a:cubicBezTo>
                <a:cubicBezTo>
                  <a:pt x="72864" y="78847"/>
                  <a:pt x="69836" y="81875"/>
                  <a:pt x="69836" y="85605"/>
                </a:cubicBezTo>
                <a:cubicBezTo>
                  <a:pt x="69836" y="89335"/>
                  <a:pt x="72864" y="92364"/>
                  <a:pt x="76594" y="92364"/>
                </a:cubicBezTo>
                <a:cubicBezTo>
                  <a:pt x="80324" y="92364"/>
                  <a:pt x="83353" y="89335"/>
                  <a:pt x="83353" y="85605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0" name="Text 38"/>
          <p:cNvSpPr/>
          <p:nvPr/>
        </p:nvSpPr>
        <p:spPr>
          <a:xfrm>
            <a:off x="6571222" y="3634733"/>
            <a:ext cx="222573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malicious code execution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4048" y="4150169"/>
            <a:ext cx="5657160" cy="2737568"/>
          </a:xfrm>
          <a:custGeom>
            <a:avLst/>
            <a:gdLst/>
            <a:ahLst/>
            <a:cxnLst/>
            <a:rect l="l" t="t" r="r" b="b"/>
            <a:pathLst>
              <a:path w="5657160" h="2737568">
                <a:moveTo>
                  <a:pt x="72080" y="0"/>
                </a:moveTo>
                <a:lnTo>
                  <a:pt x="5585080" y="0"/>
                </a:lnTo>
                <a:cubicBezTo>
                  <a:pt x="5624889" y="0"/>
                  <a:pt x="5657160" y="32271"/>
                  <a:pt x="5657160" y="72080"/>
                </a:cubicBezTo>
                <a:lnTo>
                  <a:pt x="5657160" y="2665488"/>
                </a:lnTo>
                <a:cubicBezTo>
                  <a:pt x="5657160" y="2705297"/>
                  <a:pt x="5624889" y="2737568"/>
                  <a:pt x="5585080" y="2737568"/>
                </a:cubicBezTo>
                <a:lnTo>
                  <a:pt x="72080" y="2737568"/>
                </a:lnTo>
                <a:cubicBezTo>
                  <a:pt x="32271" y="2737568"/>
                  <a:pt x="0" y="2705297"/>
                  <a:pt x="0" y="2665488"/>
                </a:cubicBezTo>
                <a:lnTo>
                  <a:pt x="0" y="72080"/>
                </a:lnTo>
                <a:cubicBezTo>
                  <a:pt x="0" y="32298"/>
                  <a:pt x="32298" y="0"/>
                  <a:pt x="72080" y="0"/>
                </a:cubicBezTo>
                <a:close/>
              </a:path>
            </a:pathLst>
          </a:custGeom>
          <a:solidFill>
            <a:srgbClr val="181A1B">
              <a:alpha val="5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1830" y="4333879"/>
            <a:ext cx="432532" cy="432532"/>
          </a:xfrm>
          <a:custGeom>
            <a:avLst/>
            <a:gdLst/>
            <a:ahLst/>
            <a:cxnLst/>
            <a:rect l="l" t="t" r="r" b="b"/>
            <a:pathLst>
              <a:path w="432532" h="432532">
                <a:moveTo>
                  <a:pt x="216266" y="0"/>
                </a:moveTo>
                <a:lnTo>
                  <a:pt x="216266" y="0"/>
                </a:lnTo>
                <a:cubicBezTo>
                  <a:pt x="335627" y="0"/>
                  <a:pt x="432532" y="96906"/>
                  <a:pt x="432532" y="216266"/>
                </a:cubicBezTo>
                <a:lnTo>
                  <a:pt x="432532" y="216266"/>
                </a:lnTo>
                <a:cubicBezTo>
                  <a:pt x="432532" y="335627"/>
                  <a:pt x="335627" y="432532"/>
                  <a:pt x="216266" y="432532"/>
                </a:cubicBezTo>
                <a:lnTo>
                  <a:pt x="216266" y="432532"/>
                </a:lnTo>
                <a:cubicBezTo>
                  <a:pt x="96906" y="432532"/>
                  <a:pt x="0" y="335627"/>
                  <a:pt x="0" y="216266"/>
                </a:cubicBezTo>
                <a:lnTo>
                  <a:pt x="0" y="216266"/>
                </a:lnTo>
                <a:cubicBezTo>
                  <a:pt x="0" y="96906"/>
                  <a:pt x="96906" y="0"/>
                  <a:pt x="21626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466774" y="4333879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2495" y="4297949"/>
            <a:ext cx="3757623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Activity Logging Module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495" y="4586190"/>
            <a:ext cx="372157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tracking of user actions and system events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5896" y="4946633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764140" y="4910589"/>
            <a:ext cx="4163122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Action Tracking: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 edits, file operations, and collaborations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5896" y="5234988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764140" y="5198944"/>
            <a:ext cx="336113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 complete history for compliance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5896" y="5523343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Text 49"/>
          <p:cNvSpPr/>
          <p:nvPr/>
        </p:nvSpPr>
        <p:spPr>
          <a:xfrm>
            <a:off x="764140" y="5487298"/>
            <a:ext cx="3838723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Activity Feed: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Live updates of workspace activities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5896" y="5811698"/>
            <a:ext cx="72089" cy="144177"/>
          </a:xfrm>
          <a:custGeom>
            <a:avLst/>
            <a:gdLst/>
            <a:ahLst/>
            <a:cxnLst/>
            <a:rect l="l" t="t" r="r" b="b"/>
            <a:pathLst>
              <a:path w="72089" h="144177">
                <a:moveTo>
                  <a:pt x="9152" y="27033"/>
                </a:moveTo>
                <a:cubicBezTo>
                  <a:pt x="9152" y="23401"/>
                  <a:pt x="11348" y="20106"/>
                  <a:pt x="14727" y="18698"/>
                </a:cubicBezTo>
                <a:cubicBezTo>
                  <a:pt x="18107" y="17290"/>
                  <a:pt x="21965" y="18078"/>
                  <a:pt x="24527" y="20669"/>
                </a:cubicBezTo>
                <a:lnTo>
                  <a:pt x="69582" y="65725"/>
                </a:lnTo>
                <a:cubicBezTo>
                  <a:pt x="73102" y="69245"/>
                  <a:pt x="73102" y="74961"/>
                  <a:pt x="69582" y="78481"/>
                </a:cubicBezTo>
                <a:lnTo>
                  <a:pt x="24527" y="123536"/>
                </a:lnTo>
                <a:cubicBezTo>
                  <a:pt x="21936" y="126127"/>
                  <a:pt x="18078" y="126887"/>
                  <a:pt x="14699" y="125479"/>
                </a:cubicBezTo>
                <a:cubicBezTo>
                  <a:pt x="11320" y="124071"/>
                  <a:pt x="9152" y="120777"/>
                  <a:pt x="9152" y="117144"/>
                </a:cubicBezTo>
                <a:lnTo>
                  <a:pt x="9152" y="2703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764140" y="5775653"/>
            <a:ext cx="390180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Attribution:</a:t>
            </a:r>
            <a:r>
              <a:rPr lang="en-US" sz="113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Track who made what changes and when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1830" y="6408010"/>
            <a:ext cx="5361596" cy="7209"/>
          </a:xfrm>
          <a:custGeom>
            <a:avLst/>
            <a:gdLst/>
            <a:ahLst/>
            <a:cxnLst/>
            <a:rect l="l" t="t" r="r" b="b"/>
            <a:pathLst>
              <a:path w="5361596" h="7209">
                <a:moveTo>
                  <a:pt x="0" y="0"/>
                </a:moveTo>
                <a:lnTo>
                  <a:pt x="5361596" y="0"/>
                </a:lnTo>
                <a:lnTo>
                  <a:pt x="5361596" y="7209"/>
                </a:lnTo>
                <a:lnTo>
                  <a:pt x="0" y="720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0841" y="6555790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81100" y="18022"/>
                </a:moveTo>
                <a:cubicBezTo>
                  <a:pt x="110949" y="18022"/>
                  <a:pt x="135166" y="42239"/>
                  <a:pt x="135166" y="72089"/>
                </a:cubicBezTo>
                <a:cubicBezTo>
                  <a:pt x="135166" y="101938"/>
                  <a:pt x="110949" y="126155"/>
                  <a:pt x="81100" y="126155"/>
                </a:cubicBezTo>
                <a:cubicBezTo>
                  <a:pt x="62740" y="126155"/>
                  <a:pt x="46492" y="117003"/>
                  <a:pt x="36720" y="102980"/>
                </a:cubicBezTo>
                <a:cubicBezTo>
                  <a:pt x="33876" y="98897"/>
                  <a:pt x="28244" y="97911"/>
                  <a:pt x="24161" y="100755"/>
                </a:cubicBezTo>
                <a:cubicBezTo>
                  <a:pt x="20078" y="103599"/>
                  <a:pt x="19092" y="109231"/>
                  <a:pt x="21936" y="113314"/>
                </a:cubicBezTo>
                <a:cubicBezTo>
                  <a:pt x="34946" y="131956"/>
                  <a:pt x="56601" y="144177"/>
                  <a:pt x="81100" y="144177"/>
                </a:cubicBezTo>
                <a:cubicBezTo>
                  <a:pt x="120918" y="144177"/>
                  <a:pt x="153188" y="111906"/>
                  <a:pt x="153188" y="72089"/>
                </a:cubicBezTo>
                <a:cubicBezTo>
                  <a:pt x="153188" y="32271"/>
                  <a:pt x="120918" y="0"/>
                  <a:pt x="81100" y="0"/>
                </a:cubicBezTo>
                <a:cubicBezTo>
                  <a:pt x="56967" y="0"/>
                  <a:pt x="35622" y="11855"/>
                  <a:pt x="22528" y="30046"/>
                </a:cubicBezTo>
                <a:lnTo>
                  <a:pt x="22528" y="22528"/>
                </a:lnTo>
                <a:cubicBezTo>
                  <a:pt x="22528" y="17543"/>
                  <a:pt x="18501" y="13517"/>
                  <a:pt x="13517" y="13517"/>
                </a:cubicBezTo>
                <a:cubicBezTo>
                  <a:pt x="8532" y="13517"/>
                  <a:pt x="4506" y="17543"/>
                  <a:pt x="4506" y="22528"/>
                </a:cubicBezTo>
                <a:lnTo>
                  <a:pt x="4506" y="54067"/>
                </a:lnTo>
                <a:cubicBezTo>
                  <a:pt x="4506" y="59051"/>
                  <a:pt x="8532" y="63078"/>
                  <a:pt x="13517" y="63078"/>
                </a:cubicBezTo>
                <a:lnTo>
                  <a:pt x="20444" y="63078"/>
                </a:lnTo>
                <a:cubicBezTo>
                  <a:pt x="20585" y="63078"/>
                  <a:pt x="20725" y="63078"/>
                  <a:pt x="20866" y="63078"/>
                </a:cubicBezTo>
                <a:lnTo>
                  <a:pt x="45084" y="63078"/>
                </a:lnTo>
                <a:cubicBezTo>
                  <a:pt x="50068" y="63078"/>
                  <a:pt x="54095" y="59051"/>
                  <a:pt x="54095" y="54067"/>
                </a:cubicBezTo>
                <a:cubicBezTo>
                  <a:pt x="54095" y="49082"/>
                  <a:pt x="50068" y="45055"/>
                  <a:pt x="45084" y="45055"/>
                </a:cubicBezTo>
                <a:lnTo>
                  <a:pt x="34298" y="45055"/>
                </a:lnTo>
                <a:cubicBezTo>
                  <a:pt x="43619" y="28892"/>
                  <a:pt x="61106" y="18022"/>
                  <a:pt x="81100" y="18022"/>
                </a:cubicBezTo>
                <a:close/>
                <a:moveTo>
                  <a:pt x="87858" y="42803"/>
                </a:moveTo>
                <a:cubicBezTo>
                  <a:pt x="87858" y="39057"/>
                  <a:pt x="84845" y="36044"/>
                  <a:pt x="81100" y="36044"/>
                </a:cubicBezTo>
                <a:cubicBezTo>
                  <a:pt x="77355" y="36044"/>
                  <a:pt x="74341" y="39057"/>
                  <a:pt x="74341" y="42803"/>
                </a:cubicBezTo>
                <a:lnTo>
                  <a:pt x="74341" y="72089"/>
                </a:lnTo>
                <a:cubicBezTo>
                  <a:pt x="74341" y="73891"/>
                  <a:pt x="75045" y="75609"/>
                  <a:pt x="76313" y="76876"/>
                </a:cubicBezTo>
                <a:lnTo>
                  <a:pt x="96588" y="97151"/>
                </a:lnTo>
                <a:cubicBezTo>
                  <a:pt x="99235" y="99798"/>
                  <a:pt x="103515" y="99798"/>
                  <a:pt x="106134" y="97151"/>
                </a:cubicBezTo>
                <a:cubicBezTo>
                  <a:pt x="108753" y="94504"/>
                  <a:pt x="108781" y="90224"/>
                  <a:pt x="106134" y="87605"/>
                </a:cubicBezTo>
                <a:lnTo>
                  <a:pt x="87830" y="69301"/>
                </a:lnTo>
                <a:lnTo>
                  <a:pt x="87830" y="428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58" name="Text 56"/>
          <p:cNvSpPr/>
          <p:nvPr/>
        </p:nvSpPr>
        <p:spPr>
          <a:xfrm>
            <a:off x="764140" y="6519745"/>
            <a:ext cx="2640248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transparency and accountability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73856" y="4333879"/>
            <a:ext cx="522643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9" b="1" dirty="0">
                <a:solidFill>
                  <a:srgbClr val="181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92465" y="5111925"/>
            <a:ext cx="351432" cy="509922"/>
          </a:xfrm>
          <a:custGeom>
            <a:avLst/>
            <a:gdLst/>
            <a:ahLst/>
            <a:cxnLst/>
            <a:rect l="l" t="t" r="r" b="b"/>
            <a:pathLst>
              <a:path w="126155" h="144177">
                <a:moveTo>
                  <a:pt x="69245" y="-7293"/>
                </a:moveTo>
                <a:cubicBezTo>
                  <a:pt x="65471" y="-9602"/>
                  <a:pt x="60712" y="-9602"/>
                  <a:pt x="56939" y="-7293"/>
                </a:cubicBezTo>
                <a:cubicBezTo>
                  <a:pt x="50068" y="-3098"/>
                  <a:pt x="45816" y="-1971"/>
                  <a:pt x="37762" y="-2140"/>
                </a:cubicBezTo>
                <a:cubicBezTo>
                  <a:pt x="33341" y="-2253"/>
                  <a:pt x="29230" y="141"/>
                  <a:pt x="27090" y="4027"/>
                </a:cubicBezTo>
                <a:cubicBezTo>
                  <a:pt x="23232" y="11095"/>
                  <a:pt x="20106" y="14221"/>
                  <a:pt x="13038" y="18078"/>
                </a:cubicBezTo>
                <a:cubicBezTo>
                  <a:pt x="9152" y="20190"/>
                  <a:pt x="6786" y="24330"/>
                  <a:pt x="6871" y="28751"/>
                </a:cubicBezTo>
                <a:cubicBezTo>
                  <a:pt x="7068" y="36805"/>
                  <a:pt x="5914" y="41057"/>
                  <a:pt x="1718" y="47928"/>
                </a:cubicBezTo>
                <a:cubicBezTo>
                  <a:pt x="-591" y="51701"/>
                  <a:pt x="-591" y="56460"/>
                  <a:pt x="1718" y="60233"/>
                </a:cubicBezTo>
                <a:cubicBezTo>
                  <a:pt x="5914" y="67104"/>
                  <a:pt x="7040" y="71357"/>
                  <a:pt x="6871" y="79410"/>
                </a:cubicBezTo>
                <a:cubicBezTo>
                  <a:pt x="6758" y="83831"/>
                  <a:pt x="9152" y="87943"/>
                  <a:pt x="13038" y="90083"/>
                </a:cubicBezTo>
                <a:cubicBezTo>
                  <a:pt x="19261" y="93490"/>
                  <a:pt x="22415" y="96306"/>
                  <a:pt x="25738" y="101769"/>
                </a:cubicBezTo>
                <a:lnTo>
                  <a:pt x="12024" y="129112"/>
                </a:lnTo>
                <a:cubicBezTo>
                  <a:pt x="10363" y="132463"/>
                  <a:pt x="11714" y="136518"/>
                  <a:pt x="15037" y="138179"/>
                </a:cubicBezTo>
                <a:lnTo>
                  <a:pt x="39255" y="150288"/>
                </a:lnTo>
                <a:cubicBezTo>
                  <a:pt x="42493" y="151893"/>
                  <a:pt x="46435" y="150682"/>
                  <a:pt x="48181" y="147528"/>
                </a:cubicBezTo>
                <a:lnTo>
                  <a:pt x="63049" y="120749"/>
                </a:lnTo>
                <a:lnTo>
                  <a:pt x="77918" y="147528"/>
                </a:lnTo>
                <a:cubicBezTo>
                  <a:pt x="79664" y="150682"/>
                  <a:pt x="83606" y="151921"/>
                  <a:pt x="86844" y="150288"/>
                </a:cubicBezTo>
                <a:lnTo>
                  <a:pt x="111062" y="138179"/>
                </a:lnTo>
                <a:cubicBezTo>
                  <a:pt x="114413" y="136518"/>
                  <a:pt x="115764" y="132463"/>
                  <a:pt x="114075" y="129112"/>
                </a:cubicBezTo>
                <a:lnTo>
                  <a:pt x="100389" y="101741"/>
                </a:lnTo>
                <a:cubicBezTo>
                  <a:pt x="103684" y="96278"/>
                  <a:pt x="106866" y="93462"/>
                  <a:pt x="113089" y="90055"/>
                </a:cubicBezTo>
                <a:cubicBezTo>
                  <a:pt x="116975" y="87943"/>
                  <a:pt x="119341" y="83803"/>
                  <a:pt x="119256" y="79382"/>
                </a:cubicBezTo>
                <a:cubicBezTo>
                  <a:pt x="119059" y="71328"/>
                  <a:pt x="120214" y="67076"/>
                  <a:pt x="124409" y="60205"/>
                </a:cubicBezTo>
                <a:cubicBezTo>
                  <a:pt x="126718" y="56432"/>
                  <a:pt x="126718" y="51673"/>
                  <a:pt x="124409" y="47900"/>
                </a:cubicBezTo>
                <a:cubicBezTo>
                  <a:pt x="120214" y="41029"/>
                  <a:pt x="119087" y="36776"/>
                  <a:pt x="119256" y="28723"/>
                </a:cubicBezTo>
                <a:cubicBezTo>
                  <a:pt x="119369" y="24302"/>
                  <a:pt x="116975" y="20190"/>
                  <a:pt x="113089" y="18050"/>
                </a:cubicBezTo>
                <a:cubicBezTo>
                  <a:pt x="106021" y="14192"/>
                  <a:pt x="102895" y="11067"/>
                  <a:pt x="99037" y="3999"/>
                </a:cubicBezTo>
                <a:cubicBezTo>
                  <a:pt x="96925" y="113"/>
                  <a:pt x="92786" y="-2253"/>
                  <a:pt x="88365" y="-2168"/>
                </a:cubicBezTo>
                <a:cubicBezTo>
                  <a:pt x="80311" y="-1971"/>
                  <a:pt x="76059" y="-3126"/>
                  <a:pt x="69188" y="-7322"/>
                </a:cubicBezTo>
                <a:close/>
                <a:moveTo>
                  <a:pt x="63078" y="27033"/>
                </a:moveTo>
                <a:cubicBezTo>
                  <a:pt x="77998" y="27033"/>
                  <a:pt x="90111" y="39146"/>
                  <a:pt x="90111" y="54067"/>
                </a:cubicBezTo>
                <a:cubicBezTo>
                  <a:pt x="90111" y="68987"/>
                  <a:pt x="77998" y="81100"/>
                  <a:pt x="63078" y="81100"/>
                </a:cubicBezTo>
                <a:cubicBezTo>
                  <a:pt x="48158" y="81100"/>
                  <a:pt x="36044" y="68987"/>
                  <a:pt x="36044" y="54067"/>
                </a:cubicBezTo>
                <a:cubicBezTo>
                  <a:pt x="36044" y="39146"/>
                  <a:pt x="48158" y="27033"/>
                  <a:pt x="63078" y="27033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76" name="Text 74"/>
          <p:cNvSpPr/>
          <p:nvPr/>
        </p:nvSpPr>
        <p:spPr>
          <a:xfrm>
            <a:off x="6837049" y="4698349"/>
            <a:ext cx="4991241" cy="122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6C757D"/>
                </a:solidFill>
                <a:latin typeface="Quattrocento Sans" pitchFamily="34" charset="0"/>
              </a:rPr>
              <a:t>These are the 10 modules</a:t>
            </a:r>
            <a:endParaRPr lang="en-US" sz="4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508000"/>
          </a:xfrm>
          <a:custGeom>
            <a:avLst/>
            <a:gdLst/>
            <a:ahLst/>
            <a:cxnLst/>
            <a:rect l="l" t="t" r="r" b="b"/>
            <a:pathLst>
              <a:path w="63500" h="508000">
                <a:moveTo>
                  <a:pt x="0" y="0"/>
                </a:moveTo>
                <a:lnTo>
                  <a:pt x="63500" y="0"/>
                </a:lnTo>
                <a:lnTo>
                  <a:pt x="6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81000"/>
            <a:ext cx="5707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Technology Concepts Used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20750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Technologies Powering the 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4" y="1333501"/>
            <a:ext cx="45719" cy="3089210"/>
          </a:xfrm>
          <a:custGeom>
            <a:avLst/>
            <a:gdLst/>
            <a:ahLst/>
            <a:cxnLst/>
            <a:rect l="l" t="t" r="r" b="b"/>
            <a:pathLst>
              <a:path w="31750" h="3571875">
                <a:moveTo>
                  <a:pt x="0" y="0"/>
                </a:moveTo>
                <a:lnTo>
                  <a:pt x="31750" y="0"/>
                </a:lnTo>
                <a:lnTo>
                  <a:pt x="317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51656" y="136514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333500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 &amp; CSS3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0508" y="17620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789087" y="1714399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Markup: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Header, nav, main, section for accessibility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0508" y="23017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788293" y="2254149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Mobile-first approach with media queries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0508" y="28415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84027" y="2793899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 Grid &amp; Flexbox: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Modern layout systems for UI components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4477" y="33812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794445" y="3333649"/>
            <a:ext cx="3317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 Variables: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theming (dark/light mode support)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0508" y="39210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784225" y="3873399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Transitions/Animations: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Smooth user interactions and feedback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9142" y="1333500"/>
            <a:ext cx="31750" cy="3571875"/>
          </a:xfrm>
          <a:custGeom>
            <a:avLst/>
            <a:gdLst/>
            <a:ahLst/>
            <a:cxnLst/>
            <a:rect l="l" t="t" r="r" b="b"/>
            <a:pathLst>
              <a:path w="31750" h="3571875">
                <a:moveTo>
                  <a:pt x="0" y="0"/>
                </a:moveTo>
                <a:lnTo>
                  <a:pt x="31750" y="0"/>
                </a:lnTo>
                <a:lnTo>
                  <a:pt x="317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9" name="Shape 17"/>
          <p:cNvSpPr/>
          <p:nvPr/>
        </p:nvSpPr>
        <p:spPr>
          <a:xfrm>
            <a:off x="4491236" y="136514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35719"/>
                </a:move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lose/>
                <a:moveTo>
                  <a:pt x="67308" y="165534"/>
                </a:moveTo>
                <a:cubicBezTo>
                  <a:pt x="54769" y="165534"/>
                  <a:pt x="47513" y="159060"/>
                  <a:pt x="43793" y="151209"/>
                </a:cubicBezTo>
                <a:lnTo>
                  <a:pt x="56555" y="143508"/>
                </a:lnTo>
                <a:cubicBezTo>
                  <a:pt x="59010" y="147861"/>
                  <a:pt x="61243" y="151544"/>
                  <a:pt x="66638" y="151544"/>
                </a:cubicBezTo>
                <a:cubicBezTo>
                  <a:pt x="71772" y="151544"/>
                  <a:pt x="75047" y="149535"/>
                  <a:pt x="75047" y="141684"/>
                </a:cubicBezTo>
                <a:lnTo>
                  <a:pt x="75047" y="88441"/>
                </a:lnTo>
                <a:lnTo>
                  <a:pt x="90711" y="88441"/>
                </a:lnTo>
                <a:lnTo>
                  <a:pt x="90711" y="141908"/>
                </a:lnTo>
                <a:cubicBezTo>
                  <a:pt x="90711" y="158130"/>
                  <a:pt x="81186" y="165534"/>
                  <a:pt x="67308" y="165534"/>
                </a:cubicBezTo>
                <a:close/>
                <a:moveTo>
                  <a:pt x="99231" y="149535"/>
                </a:moveTo>
                <a:lnTo>
                  <a:pt x="111993" y="142168"/>
                </a:lnTo>
                <a:cubicBezTo>
                  <a:pt x="115342" y="147638"/>
                  <a:pt x="119732" y="151693"/>
                  <a:pt x="127434" y="151693"/>
                </a:cubicBezTo>
                <a:cubicBezTo>
                  <a:pt x="133908" y="151693"/>
                  <a:pt x="138075" y="148456"/>
                  <a:pt x="138075" y="143954"/>
                </a:cubicBezTo>
                <a:cubicBezTo>
                  <a:pt x="138075" y="138596"/>
                  <a:pt x="133834" y="136699"/>
                  <a:pt x="126653" y="133536"/>
                </a:cubicBezTo>
                <a:lnTo>
                  <a:pt x="122746" y="131862"/>
                </a:lnTo>
                <a:cubicBezTo>
                  <a:pt x="111435" y="127062"/>
                  <a:pt x="103956" y="120997"/>
                  <a:pt x="103956" y="108235"/>
                </a:cubicBezTo>
                <a:cubicBezTo>
                  <a:pt x="103956" y="96478"/>
                  <a:pt x="112923" y="87548"/>
                  <a:pt x="126876" y="87548"/>
                </a:cubicBezTo>
                <a:cubicBezTo>
                  <a:pt x="136847" y="87548"/>
                  <a:pt x="143991" y="91008"/>
                  <a:pt x="149126" y="100087"/>
                </a:cubicBezTo>
                <a:lnTo>
                  <a:pt x="136922" y="107900"/>
                </a:lnTo>
                <a:cubicBezTo>
                  <a:pt x="134243" y="103101"/>
                  <a:pt x="131341" y="101203"/>
                  <a:pt x="126839" y="101203"/>
                </a:cubicBezTo>
                <a:cubicBezTo>
                  <a:pt x="122262" y="101203"/>
                  <a:pt x="119360" y="104105"/>
                  <a:pt x="119360" y="107900"/>
                </a:cubicBezTo>
                <a:cubicBezTo>
                  <a:pt x="119360" y="112588"/>
                  <a:pt x="122262" y="114486"/>
                  <a:pt x="128997" y="117425"/>
                </a:cubicBezTo>
                <a:lnTo>
                  <a:pt x="132904" y="119100"/>
                </a:lnTo>
                <a:cubicBezTo>
                  <a:pt x="146224" y="124792"/>
                  <a:pt x="153702" y="130634"/>
                  <a:pt x="153702" y="143731"/>
                </a:cubicBezTo>
                <a:cubicBezTo>
                  <a:pt x="153702" y="157795"/>
                  <a:pt x="142615" y="165534"/>
                  <a:pt x="127769" y="165534"/>
                </a:cubicBezTo>
                <a:cubicBezTo>
                  <a:pt x="113221" y="165534"/>
                  <a:pt x="103808" y="158614"/>
                  <a:pt x="99231" y="149535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0" name="Text 18"/>
          <p:cNvSpPr/>
          <p:nvPr/>
        </p:nvSpPr>
        <p:spPr>
          <a:xfrm>
            <a:off x="4693642" y="1333500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(ES6+)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94213" y="17620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20"/>
          <p:cNvSpPr/>
          <p:nvPr/>
        </p:nvSpPr>
        <p:spPr>
          <a:xfrm>
            <a:off x="4715669" y="1714399"/>
            <a:ext cx="3317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Arrow Functions: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Concise syntax and lexical 'this' binding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94213" y="23017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2"/>
          <p:cNvSpPr/>
          <p:nvPr/>
        </p:nvSpPr>
        <p:spPr>
          <a:xfrm>
            <a:off x="4714677" y="2254149"/>
            <a:ext cx="3317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Async/Await: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Asynchronous programming with promises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02150" y="28415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6" name="Text 24"/>
          <p:cNvSpPr/>
          <p:nvPr/>
        </p:nvSpPr>
        <p:spPr>
          <a:xfrm>
            <a:off x="4729361" y="2793899"/>
            <a:ext cx="289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Import/export for code organization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98181" y="31590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8" name="Text 26"/>
          <p:cNvSpPr/>
          <p:nvPr/>
        </p:nvSpPr>
        <p:spPr>
          <a:xfrm>
            <a:off x="4727476" y="3111399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Destructuring: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 values from arrays and objects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6275" y="36987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0" name="Text 28"/>
          <p:cNvSpPr/>
          <p:nvPr/>
        </p:nvSpPr>
        <p:spPr>
          <a:xfrm>
            <a:off x="4703663" y="3651149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&amp; Inheritance: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Object-oriented programming patterns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65008" y="1333500"/>
            <a:ext cx="31750" cy="3571875"/>
          </a:xfrm>
          <a:custGeom>
            <a:avLst/>
            <a:gdLst/>
            <a:ahLst/>
            <a:cxnLst/>
            <a:rect l="l" t="t" r="r" b="b"/>
            <a:pathLst>
              <a:path w="31750" h="3571875">
                <a:moveTo>
                  <a:pt x="0" y="0"/>
                </a:moveTo>
                <a:lnTo>
                  <a:pt x="31750" y="0"/>
                </a:lnTo>
                <a:lnTo>
                  <a:pt x="317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Shape 30"/>
          <p:cNvSpPr/>
          <p:nvPr/>
        </p:nvSpPr>
        <p:spPr>
          <a:xfrm>
            <a:off x="8395196" y="13651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1"/>
          <p:cNvSpPr/>
          <p:nvPr/>
        </p:nvSpPr>
        <p:spPr>
          <a:xfrm>
            <a:off x="8609508" y="1333500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02141" y="17620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8619629" y="1714399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GET, POST, PUT, DELETE for CRUD operations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02141" y="23017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5"/>
          <p:cNvSpPr/>
          <p:nvPr/>
        </p:nvSpPr>
        <p:spPr>
          <a:xfrm>
            <a:off x="8619629" y="2254149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Data Exchange: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format for API communication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98172" y="284152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8611195" y="2793899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200, 201, 400, 401, 404, 500 for response handling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18016" y="33812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9"/>
          <p:cNvSpPr/>
          <p:nvPr/>
        </p:nvSpPr>
        <p:spPr>
          <a:xfrm>
            <a:off x="8645227" y="3333649"/>
            <a:ext cx="323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Middleware: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Authentication, logging, error handling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10079" y="369877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8629352" y="3651149"/>
            <a:ext cx="3317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Validation: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Request body and parameter sanitization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369593" y="1655113"/>
            <a:ext cx="31750" cy="3571875"/>
          </a:xfrm>
          <a:custGeom>
            <a:avLst/>
            <a:gdLst/>
            <a:ahLst/>
            <a:cxnLst/>
            <a:rect l="l" t="t" r="r" b="b"/>
            <a:pathLst>
              <a:path w="31750" h="3571875">
                <a:moveTo>
                  <a:pt x="0" y="0"/>
                </a:moveTo>
                <a:lnTo>
                  <a:pt x="31750" y="0"/>
                </a:lnTo>
                <a:lnTo>
                  <a:pt x="317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5" name="Shape 43"/>
          <p:cNvSpPr/>
          <p:nvPr/>
        </p:nvSpPr>
        <p:spPr>
          <a:xfrm>
            <a:off x="575469" y="18135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539" y="2414717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9" name="Shape 47"/>
          <p:cNvSpPr/>
          <p:nvPr/>
        </p:nvSpPr>
        <p:spPr>
          <a:xfrm>
            <a:off x="574477" y="2905829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" name="Shape 47">
            <a:extLst>
              <a:ext uri="{FF2B5EF4-FFF2-40B4-BE49-F238E27FC236}">
                <a16:creationId xmlns:a16="http://schemas.microsoft.com/office/drawing/2014/main" id="{DCA19612-B263-ACAD-9200-DA55D469DC98}"/>
              </a:ext>
            </a:extLst>
          </p:cNvPr>
          <p:cNvSpPr/>
          <p:nvPr/>
        </p:nvSpPr>
        <p:spPr>
          <a:xfrm>
            <a:off x="574477" y="335330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" name="Shape 47">
            <a:extLst>
              <a:ext uri="{FF2B5EF4-FFF2-40B4-BE49-F238E27FC236}">
                <a16:creationId xmlns:a16="http://schemas.microsoft.com/office/drawing/2014/main" id="{E6E3FB7C-3E08-A404-835C-0477F345F2F3}"/>
              </a:ext>
            </a:extLst>
          </p:cNvPr>
          <p:cNvSpPr/>
          <p:nvPr/>
        </p:nvSpPr>
        <p:spPr>
          <a:xfrm>
            <a:off x="571235" y="385590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B1A00E9E-9764-0026-4D07-A0AEF8E9A1C7}"/>
              </a:ext>
            </a:extLst>
          </p:cNvPr>
          <p:cNvSpPr/>
          <p:nvPr/>
        </p:nvSpPr>
        <p:spPr>
          <a:xfrm>
            <a:off x="577721" y="4368227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6" name="Text 44"/>
          <p:cNvSpPr/>
          <p:nvPr/>
        </p:nvSpPr>
        <p:spPr>
          <a:xfrm>
            <a:off x="777875" y="1801368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WebSockets (Socket.IO)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8272" y="2337907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 Communication: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Full-duplex client-server messaging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91865" y="2838748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Event-based Messaging: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 events for different actions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8768" y="3281220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Management: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Isolate workspaces for targeted broadcasting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79959" y="3743147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Reconnection: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 dropped connections gracefully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7180" y="4312082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Fallback Mechanisms: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Long-polling when WebSockets unavailable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9142" y="1733273"/>
            <a:ext cx="31750" cy="3571875"/>
          </a:xfrm>
          <a:custGeom>
            <a:avLst/>
            <a:gdLst/>
            <a:ahLst/>
            <a:cxnLst/>
            <a:rect l="l" t="t" r="r" b="b"/>
            <a:pathLst>
              <a:path w="31750" h="3571875">
                <a:moveTo>
                  <a:pt x="0" y="0"/>
                </a:moveTo>
                <a:lnTo>
                  <a:pt x="31750" y="0"/>
                </a:lnTo>
                <a:lnTo>
                  <a:pt x="3175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Shape 56"/>
          <p:cNvSpPr/>
          <p:nvPr/>
        </p:nvSpPr>
        <p:spPr>
          <a:xfrm>
            <a:off x="4479330" y="18038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4693642" y="1781910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Model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490244" y="237580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1" name="Text 59"/>
          <p:cNvSpPr/>
          <p:nvPr/>
        </p:nvSpPr>
        <p:spPr>
          <a:xfrm>
            <a:off x="4707235" y="2318455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Request-Response Cycle: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HTTP protocol for communication</a:t>
            </a:r>
            <a:endParaRPr lang="en-US" sz="1600" dirty="0"/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9BFDDB61-34A2-FC91-0962-A8229233D3C2}"/>
              </a:ext>
            </a:extLst>
          </p:cNvPr>
          <p:cNvSpPr/>
          <p:nvPr/>
        </p:nvSpPr>
        <p:spPr>
          <a:xfrm>
            <a:off x="4477275" y="290758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58">
            <a:extLst>
              <a:ext uri="{FF2B5EF4-FFF2-40B4-BE49-F238E27FC236}">
                <a16:creationId xmlns:a16="http://schemas.microsoft.com/office/drawing/2014/main" id="{9BF518DF-5976-9F6C-E3F4-851C55ABCE04}"/>
              </a:ext>
            </a:extLst>
          </p:cNvPr>
          <p:cNvSpPr/>
          <p:nvPr/>
        </p:nvSpPr>
        <p:spPr>
          <a:xfrm>
            <a:off x="4487002" y="3569067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8">
            <a:extLst>
              <a:ext uri="{FF2B5EF4-FFF2-40B4-BE49-F238E27FC236}">
                <a16:creationId xmlns:a16="http://schemas.microsoft.com/office/drawing/2014/main" id="{0FAD9813-C020-4E68-A6CE-55ED678DB111}"/>
              </a:ext>
            </a:extLst>
          </p:cNvPr>
          <p:cNvSpPr/>
          <p:nvPr/>
        </p:nvSpPr>
        <p:spPr>
          <a:xfrm>
            <a:off x="4487000" y="3841440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58">
            <a:extLst>
              <a:ext uri="{FF2B5EF4-FFF2-40B4-BE49-F238E27FC236}">
                <a16:creationId xmlns:a16="http://schemas.microsoft.com/office/drawing/2014/main" id="{6239875C-5925-70D7-0879-502953B35722}"/>
              </a:ext>
            </a:extLst>
          </p:cNvPr>
          <p:cNvSpPr/>
          <p:nvPr/>
        </p:nvSpPr>
        <p:spPr>
          <a:xfrm>
            <a:off x="4496729" y="4191641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3" name="Text 61"/>
          <p:cNvSpPr/>
          <p:nvPr/>
        </p:nvSpPr>
        <p:spPr>
          <a:xfrm>
            <a:off x="4705449" y="2848478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Frontend vs backend responsibilities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729361" y="3485502"/>
            <a:ext cx="298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Stateless Protocol: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request is independent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729361" y="3812731"/>
            <a:ext cx="291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Design: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Resource-based URL patterns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722912" y="4159414"/>
            <a:ext cx="330993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Abstraction: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Server handles data persistence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8699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508000"/>
          </a:xfrm>
          <a:custGeom>
            <a:avLst/>
            <a:gdLst/>
            <a:ahLst/>
            <a:cxnLst/>
            <a:rect l="l" t="t" r="r" b="b"/>
            <a:pathLst>
              <a:path w="63500" h="508000">
                <a:moveTo>
                  <a:pt x="0" y="0"/>
                </a:moveTo>
                <a:lnTo>
                  <a:pt x="63500" y="0"/>
                </a:lnTo>
                <a:lnTo>
                  <a:pt x="6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81000"/>
            <a:ext cx="473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Applications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20750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A0AA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and Real-World Use Cases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339850"/>
            <a:ext cx="5640387" cy="2266950"/>
          </a:xfrm>
          <a:custGeom>
            <a:avLst/>
            <a:gdLst/>
            <a:ahLst/>
            <a:cxnLst/>
            <a:rect l="l" t="t" r="r" b="b"/>
            <a:pathLst>
              <a:path w="5640387" h="2266950">
                <a:moveTo>
                  <a:pt x="63497" y="0"/>
                </a:moveTo>
                <a:lnTo>
                  <a:pt x="5576890" y="0"/>
                </a:lnTo>
                <a:cubicBezTo>
                  <a:pt x="5611959" y="0"/>
                  <a:pt x="5640387" y="28429"/>
                  <a:pt x="5640387" y="63497"/>
                </a:cubicBezTo>
                <a:lnTo>
                  <a:pt x="5640387" y="2203453"/>
                </a:lnTo>
                <a:cubicBezTo>
                  <a:pt x="5640388" y="2238521"/>
                  <a:pt x="5611959" y="2266950"/>
                  <a:pt x="5576890" y="2266950"/>
                </a:cubicBezTo>
                <a:lnTo>
                  <a:pt x="63497" y="2266950"/>
                </a:lnTo>
                <a:cubicBezTo>
                  <a:pt x="28429" y="2266950"/>
                  <a:pt x="0" y="2238521"/>
                  <a:pt x="0" y="220345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1067" y="1624009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2324" y="91064"/>
                </a:moveTo>
                <a:lnTo>
                  <a:pt x="119621" y="131108"/>
                </a:lnTo>
                <a:cubicBezTo>
                  <a:pt x="124178" y="132969"/>
                  <a:pt x="129015" y="133945"/>
                  <a:pt x="133945" y="133945"/>
                </a:cubicBezTo>
                <a:cubicBezTo>
                  <a:pt x="138875" y="133945"/>
                  <a:pt x="143712" y="132969"/>
                  <a:pt x="148270" y="131108"/>
                </a:cubicBezTo>
                <a:lnTo>
                  <a:pt x="261007" y="84693"/>
                </a:lnTo>
                <a:cubicBezTo>
                  <a:pt x="265193" y="82972"/>
                  <a:pt x="267891" y="78925"/>
                  <a:pt x="267891" y="74414"/>
                </a:cubicBezTo>
                <a:cubicBezTo>
                  <a:pt x="267891" y="69903"/>
                  <a:pt x="265193" y="65856"/>
                  <a:pt x="261007" y="64136"/>
                </a:cubicBezTo>
                <a:lnTo>
                  <a:pt x="148270" y="17720"/>
                </a:lnTo>
                <a:cubicBezTo>
                  <a:pt x="143712" y="15859"/>
                  <a:pt x="138875" y="14883"/>
                  <a:pt x="133945" y="14883"/>
                </a:cubicBezTo>
                <a:cubicBezTo>
                  <a:pt x="129015" y="14883"/>
                  <a:pt x="124178" y="15859"/>
                  <a:pt x="119621" y="17720"/>
                </a:cubicBezTo>
                <a:lnTo>
                  <a:pt x="6883" y="64136"/>
                </a:lnTo>
                <a:cubicBezTo>
                  <a:pt x="2698" y="65856"/>
                  <a:pt x="0" y="69903"/>
                  <a:pt x="0" y="74414"/>
                </a:cubicBezTo>
                <a:lnTo>
                  <a:pt x="0" y="212080"/>
                </a:lnTo>
                <a:cubicBezTo>
                  <a:pt x="0" y="218266"/>
                  <a:pt x="4976" y="223242"/>
                  <a:pt x="11162" y="223242"/>
                </a:cubicBezTo>
                <a:cubicBezTo>
                  <a:pt x="17348" y="223242"/>
                  <a:pt x="22324" y="218266"/>
                  <a:pt x="22324" y="212080"/>
                </a:cubicBezTo>
                <a:lnTo>
                  <a:pt x="22324" y="91064"/>
                </a:lnTo>
                <a:close/>
                <a:moveTo>
                  <a:pt x="44648" y="124411"/>
                </a:moveTo>
                <a:lnTo>
                  <a:pt x="44648" y="178594"/>
                </a:lnTo>
                <a:cubicBezTo>
                  <a:pt x="44648" y="203243"/>
                  <a:pt x="84646" y="223242"/>
                  <a:pt x="133945" y="223242"/>
                </a:cubicBezTo>
                <a:cubicBezTo>
                  <a:pt x="183245" y="223242"/>
                  <a:pt x="223242" y="203243"/>
                  <a:pt x="223242" y="178594"/>
                </a:cubicBezTo>
                <a:lnTo>
                  <a:pt x="223242" y="124365"/>
                </a:lnTo>
                <a:lnTo>
                  <a:pt x="156781" y="151758"/>
                </a:lnTo>
                <a:cubicBezTo>
                  <a:pt x="149526" y="154735"/>
                  <a:pt x="141805" y="156270"/>
                  <a:pt x="133945" y="156270"/>
                </a:cubicBezTo>
                <a:cubicBezTo>
                  <a:pt x="126085" y="156270"/>
                  <a:pt x="118365" y="154735"/>
                  <a:pt x="111109" y="151758"/>
                </a:cubicBezTo>
                <a:lnTo>
                  <a:pt x="44648" y="12436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885825" y="1600197"/>
            <a:ext cx="4937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Collaboration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833" y="212407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858044" y="2076447"/>
            <a:ext cx="4421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Coding Classes: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Instructors demonstrate concepts in real-time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833" y="247332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858044" y="2425697"/>
            <a:ext cx="445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Pair Programming Assignments: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 collaborate on group projects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833" y="282257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858044" y="2774947"/>
            <a:ext cx="423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Teaching: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Live coding sessions with immediate feedback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833" y="317182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858044" y="3124197"/>
            <a:ext cx="431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Reviews: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Peer learning through collaborative code examination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9350" y="1339850"/>
            <a:ext cx="5640387" cy="2266950"/>
          </a:xfrm>
          <a:custGeom>
            <a:avLst/>
            <a:gdLst/>
            <a:ahLst/>
            <a:cxnLst/>
            <a:rect l="l" t="t" r="r" b="b"/>
            <a:pathLst>
              <a:path w="5640387" h="2266950">
                <a:moveTo>
                  <a:pt x="63497" y="0"/>
                </a:moveTo>
                <a:lnTo>
                  <a:pt x="5576890" y="0"/>
                </a:lnTo>
                <a:cubicBezTo>
                  <a:pt x="5611959" y="0"/>
                  <a:pt x="5640387" y="28429"/>
                  <a:pt x="5640387" y="63497"/>
                </a:cubicBezTo>
                <a:lnTo>
                  <a:pt x="5640387" y="2203453"/>
                </a:lnTo>
                <a:cubicBezTo>
                  <a:pt x="5640388" y="2238521"/>
                  <a:pt x="5611959" y="2266950"/>
                  <a:pt x="5576890" y="2266950"/>
                </a:cubicBezTo>
                <a:lnTo>
                  <a:pt x="63497" y="2266950"/>
                </a:lnTo>
                <a:cubicBezTo>
                  <a:pt x="28429" y="2266950"/>
                  <a:pt x="0" y="2238521"/>
                  <a:pt x="0" y="220345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A0AAB3">
              <a:alpha val="10196"/>
            </a:srgbClr>
          </a:solidFill>
          <a:ln w="20320">
            <a:solidFill>
              <a:srgbClr val="A0AA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1685" y="1624009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48828" y="104180"/>
                </a:moveTo>
                <a:cubicBezTo>
                  <a:pt x="175524" y="104180"/>
                  <a:pt x="197197" y="82506"/>
                  <a:pt x="197197" y="55811"/>
                </a:cubicBezTo>
                <a:cubicBezTo>
                  <a:pt x="197197" y="29115"/>
                  <a:pt x="175524" y="7441"/>
                  <a:pt x="148828" y="7441"/>
                </a:cubicBezTo>
                <a:cubicBezTo>
                  <a:pt x="122132" y="7441"/>
                  <a:pt x="100459" y="29115"/>
                  <a:pt x="100459" y="55811"/>
                </a:cubicBezTo>
                <a:cubicBezTo>
                  <a:pt x="100459" y="82506"/>
                  <a:pt x="122132" y="104180"/>
                  <a:pt x="148828" y="104180"/>
                </a:cubicBezTo>
                <a:close/>
                <a:moveTo>
                  <a:pt x="44648" y="107900"/>
                </a:moveTo>
                <a:cubicBezTo>
                  <a:pt x="63130" y="107900"/>
                  <a:pt x="78135" y="92896"/>
                  <a:pt x="78135" y="74414"/>
                </a:cubicBezTo>
                <a:cubicBezTo>
                  <a:pt x="78135" y="55932"/>
                  <a:pt x="63130" y="40928"/>
                  <a:pt x="44648" y="40928"/>
                </a:cubicBezTo>
                <a:cubicBezTo>
                  <a:pt x="26167" y="40928"/>
                  <a:pt x="11162" y="55932"/>
                  <a:pt x="11162" y="74414"/>
                </a:cubicBezTo>
                <a:cubicBezTo>
                  <a:pt x="11162" y="92896"/>
                  <a:pt x="26167" y="107900"/>
                  <a:pt x="44648" y="107900"/>
                </a:cubicBezTo>
                <a:close/>
                <a:moveTo>
                  <a:pt x="0" y="193477"/>
                </a:moveTo>
                <a:lnTo>
                  <a:pt x="0" y="208359"/>
                </a:lnTo>
                <a:cubicBezTo>
                  <a:pt x="0" y="216591"/>
                  <a:pt x="6651" y="223242"/>
                  <a:pt x="14883" y="223242"/>
                </a:cubicBezTo>
                <a:lnTo>
                  <a:pt x="55206" y="223242"/>
                </a:lnTo>
                <a:cubicBezTo>
                  <a:pt x="53206" y="218684"/>
                  <a:pt x="52090" y="213661"/>
                  <a:pt x="52090" y="208359"/>
                </a:cubicBezTo>
                <a:lnTo>
                  <a:pt x="52090" y="200918"/>
                </a:lnTo>
                <a:cubicBezTo>
                  <a:pt x="52090" y="176175"/>
                  <a:pt x="61392" y="153572"/>
                  <a:pt x="76693" y="136457"/>
                </a:cubicBezTo>
                <a:cubicBezTo>
                  <a:pt x="71251" y="134829"/>
                  <a:pt x="65484" y="133945"/>
                  <a:pt x="59531" y="133945"/>
                </a:cubicBezTo>
                <a:cubicBezTo>
                  <a:pt x="26650" y="133945"/>
                  <a:pt x="0" y="160595"/>
                  <a:pt x="0" y="193477"/>
                </a:cubicBezTo>
                <a:close/>
                <a:moveTo>
                  <a:pt x="286494" y="74414"/>
                </a:moveTo>
                <a:cubicBezTo>
                  <a:pt x="286494" y="55932"/>
                  <a:pt x="271489" y="40928"/>
                  <a:pt x="253008" y="40928"/>
                </a:cubicBezTo>
                <a:cubicBezTo>
                  <a:pt x="234526" y="40928"/>
                  <a:pt x="219521" y="55932"/>
                  <a:pt x="219521" y="74414"/>
                </a:cubicBezTo>
                <a:cubicBezTo>
                  <a:pt x="219521" y="92896"/>
                  <a:pt x="234526" y="107900"/>
                  <a:pt x="253008" y="107900"/>
                </a:cubicBezTo>
                <a:cubicBezTo>
                  <a:pt x="271489" y="107900"/>
                  <a:pt x="286494" y="92896"/>
                  <a:pt x="286494" y="74414"/>
                </a:cubicBezTo>
                <a:close/>
                <a:moveTo>
                  <a:pt x="74414" y="200918"/>
                </a:moveTo>
                <a:lnTo>
                  <a:pt x="74414" y="208359"/>
                </a:lnTo>
                <a:cubicBezTo>
                  <a:pt x="74414" y="216591"/>
                  <a:pt x="81065" y="223242"/>
                  <a:pt x="89297" y="223242"/>
                </a:cubicBezTo>
                <a:lnTo>
                  <a:pt x="162223" y="223242"/>
                </a:lnTo>
                <a:cubicBezTo>
                  <a:pt x="158921" y="213196"/>
                  <a:pt x="159293" y="202592"/>
                  <a:pt x="167199" y="193477"/>
                </a:cubicBezTo>
                <a:cubicBezTo>
                  <a:pt x="160688" y="185942"/>
                  <a:pt x="157665" y="175013"/>
                  <a:pt x="161897" y="164036"/>
                </a:cubicBezTo>
                <a:cubicBezTo>
                  <a:pt x="164967" y="156083"/>
                  <a:pt x="169292" y="148642"/>
                  <a:pt x="174641" y="142038"/>
                </a:cubicBezTo>
                <a:cubicBezTo>
                  <a:pt x="177152" y="138968"/>
                  <a:pt x="180036" y="136596"/>
                  <a:pt x="183152" y="134875"/>
                </a:cubicBezTo>
                <a:cubicBezTo>
                  <a:pt x="172873" y="129527"/>
                  <a:pt x="161199" y="126504"/>
                  <a:pt x="148828" y="126504"/>
                </a:cubicBezTo>
                <a:cubicBezTo>
                  <a:pt x="107714" y="126504"/>
                  <a:pt x="74414" y="159804"/>
                  <a:pt x="74414" y="200918"/>
                </a:cubicBezTo>
                <a:close/>
                <a:moveTo>
                  <a:pt x="290494" y="180408"/>
                </a:moveTo>
                <a:cubicBezTo>
                  <a:pt x="293424" y="178733"/>
                  <a:pt x="294912" y="175245"/>
                  <a:pt x="293656" y="172036"/>
                </a:cubicBezTo>
                <a:cubicBezTo>
                  <a:pt x="291424" y="166269"/>
                  <a:pt x="288308" y="160827"/>
                  <a:pt x="284401" y="156037"/>
                </a:cubicBezTo>
                <a:cubicBezTo>
                  <a:pt x="282262" y="153386"/>
                  <a:pt x="278495" y="152921"/>
                  <a:pt x="275565" y="154642"/>
                </a:cubicBezTo>
                <a:cubicBezTo>
                  <a:pt x="265426" y="160502"/>
                  <a:pt x="252961" y="153339"/>
                  <a:pt x="252961" y="141573"/>
                </a:cubicBezTo>
                <a:cubicBezTo>
                  <a:pt x="252961" y="138178"/>
                  <a:pt x="250682" y="135155"/>
                  <a:pt x="247334" y="134643"/>
                </a:cubicBezTo>
                <a:cubicBezTo>
                  <a:pt x="241334" y="133713"/>
                  <a:pt x="234869" y="133713"/>
                  <a:pt x="228870" y="134643"/>
                </a:cubicBezTo>
                <a:cubicBezTo>
                  <a:pt x="225521" y="135155"/>
                  <a:pt x="223242" y="138178"/>
                  <a:pt x="223242" y="141573"/>
                </a:cubicBezTo>
                <a:cubicBezTo>
                  <a:pt x="223242" y="153293"/>
                  <a:pt x="210778" y="160502"/>
                  <a:pt x="200639" y="154642"/>
                </a:cubicBezTo>
                <a:cubicBezTo>
                  <a:pt x="197709" y="152967"/>
                  <a:pt x="193942" y="153432"/>
                  <a:pt x="191802" y="156037"/>
                </a:cubicBezTo>
                <a:cubicBezTo>
                  <a:pt x="187896" y="160827"/>
                  <a:pt x="184779" y="166269"/>
                  <a:pt x="182547" y="172036"/>
                </a:cubicBezTo>
                <a:cubicBezTo>
                  <a:pt x="181338" y="175199"/>
                  <a:pt x="182780" y="178687"/>
                  <a:pt x="185710" y="180361"/>
                </a:cubicBezTo>
                <a:cubicBezTo>
                  <a:pt x="195895" y="186221"/>
                  <a:pt x="195895" y="200592"/>
                  <a:pt x="185710" y="206499"/>
                </a:cubicBezTo>
                <a:cubicBezTo>
                  <a:pt x="182780" y="208173"/>
                  <a:pt x="181291" y="211661"/>
                  <a:pt x="182547" y="214824"/>
                </a:cubicBezTo>
                <a:cubicBezTo>
                  <a:pt x="184779" y="220591"/>
                  <a:pt x="187896" y="226033"/>
                  <a:pt x="191802" y="230823"/>
                </a:cubicBezTo>
                <a:cubicBezTo>
                  <a:pt x="193942" y="233474"/>
                  <a:pt x="197709" y="233939"/>
                  <a:pt x="200639" y="232218"/>
                </a:cubicBezTo>
                <a:cubicBezTo>
                  <a:pt x="210778" y="226358"/>
                  <a:pt x="223242" y="233567"/>
                  <a:pt x="223242" y="245287"/>
                </a:cubicBezTo>
                <a:cubicBezTo>
                  <a:pt x="223242" y="248682"/>
                  <a:pt x="225521" y="251706"/>
                  <a:pt x="228870" y="252217"/>
                </a:cubicBezTo>
                <a:cubicBezTo>
                  <a:pt x="234869" y="253147"/>
                  <a:pt x="241334" y="253147"/>
                  <a:pt x="247334" y="252217"/>
                </a:cubicBezTo>
                <a:cubicBezTo>
                  <a:pt x="250682" y="251706"/>
                  <a:pt x="252961" y="248682"/>
                  <a:pt x="252961" y="245287"/>
                </a:cubicBezTo>
                <a:cubicBezTo>
                  <a:pt x="252961" y="233567"/>
                  <a:pt x="265426" y="226358"/>
                  <a:pt x="275565" y="232218"/>
                </a:cubicBezTo>
                <a:cubicBezTo>
                  <a:pt x="278495" y="233893"/>
                  <a:pt x="282262" y="233428"/>
                  <a:pt x="284401" y="230823"/>
                </a:cubicBezTo>
                <a:cubicBezTo>
                  <a:pt x="288308" y="226033"/>
                  <a:pt x="291424" y="220591"/>
                  <a:pt x="293656" y="214824"/>
                </a:cubicBezTo>
                <a:cubicBezTo>
                  <a:pt x="294866" y="211661"/>
                  <a:pt x="293424" y="208173"/>
                  <a:pt x="290494" y="206499"/>
                </a:cubicBezTo>
                <a:cubicBezTo>
                  <a:pt x="280308" y="200639"/>
                  <a:pt x="280308" y="186268"/>
                  <a:pt x="290494" y="180361"/>
                </a:cubicBezTo>
                <a:close/>
                <a:moveTo>
                  <a:pt x="219521" y="193477"/>
                </a:moveTo>
                <a:cubicBezTo>
                  <a:pt x="219521" y="183209"/>
                  <a:pt x="227857" y="174873"/>
                  <a:pt x="238125" y="174873"/>
                </a:cubicBezTo>
                <a:cubicBezTo>
                  <a:pt x="248393" y="174873"/>
                  <a:pt x="256729" y="183209"/>
                  <a:pt x="256729" y="193477"/>
                </a:cubicBezTo>
                <a:cubicBezTo>
                  <a:pt x="256729" y="203744"/>
                  <a:pt x="248393" y="212080"/>
                  <a:pt x="238125" y="212080"/>
                </a:cubicBezTo>
                <a:cubicBezTo>
                  <a:pt x="227857" y="212080"/>
                  <a:pt x="219521" y="203744"/>
                  <a:pt x="219521" y="193477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18" name="Text 16"/>
          <p:cNvSpPr/>
          <p:nvPr/>
        </p:nvSpPr>
        <p:spPr>
          <a:xfrm>
            <a:off x="6791325" y="1600197"/>
            <a:ext cx="4937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Teams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6333" y="212407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0" name="Text 18"/>
          <p:cNvSpPr/>
          <p:nvPr/>
        </p:nvSpPr>
        <p:spPr>
          <a:xfrm>
            <a:off x="6763544" y="2076447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Team Collaboration: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 geographical gaps in remote work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36333" y="247332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2" name="Text 20"/>
          <p:cNvSpPr/>
          <p:nvPr/>
        </p:nvSpPr>
        <p:spPr>
          <a:xfrm>
            <a:off x="6763544" y="2425697"/>
            <a:ext cx="360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Reviews: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feedback and quality assurance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6333" y="282257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4" name="Text 22"/>
          <p:cNvSpPr/>
          <p:nvPr/>
        </p:nvSpPr>
        <p:spPr>
          <a:xfrm>
            <a:off x="6763544" y="2774947"/>
            <a:ext cx="445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Debugging: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developers troubleshoot issues together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6333" y="3171822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3544" y="3124197"/>
            <a:ext cx="429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Sharing: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Senior developers mentor junior team members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3375" y="4635601"/>
            <a:ext cx="31750" cy="1960563"/>
          </a:xfrm>
          <a:custGeom>
            <a:avLst/>
            <a:gdLst/>
            <a:ahLst/>
            <a:cxnLst/>
            <a:rect l="l" t="t" r="r" b="b"/>
            <a:pathLst>
              <a:path w="31750" h="1960563">
                <a:moveTo>
                  <a:pt x="0" y="0"/>
                </a:moveTo>
                <a:lnTo>
                  <a:pt x="31750" y="0"/>
                </a:lnTo>
                <a:lnTo>
                  <a:pt x="31750" y="1960563"/>
                </a:lnTo>
                <a:lnTo>
                  <a:pt x="0" y="196056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Shape 26"/>
          <p:cNvSpPr/>
          <p:nvPr/>
        </p:nvSpPr>
        <p:spPr>
          <a:xfrm>
            <a:off x="551656" y="4667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777875" y="4635601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Coding Sessions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4633" y="506412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756444" y="5016500"/>
            <a:ext cx="3357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Coding Interviews: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 candidates through collaborative problem-solving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4477" y="560387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36" y="5556250"/>
            <a:ext cx="3317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Hackathons: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Teams build projects together in timed events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414" y="614362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808434" y="6096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Mentoring: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Experienced developers guide newcomers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49142" y="4635601"/>
            <a:ext cx="31750" cy="1960563"/>
          </a:xfrm>
          <a:custGeom>
            <a:avLst/>
            <a:gdLst/>
            <a:ahLst/>
            <a:cxnLst/>
            <a:rect l="l" t="t" r="r" b="b"/>
            <a:pathLst>
              <a:path w="31750" h="1960563">
                <a:moveTo>
                  <a:pt x="0" y="0"/>
                </a:moveTo>
                <a:lnTo>
                  <a:pt x="31750" y="0"/>
                </a:lnTo>
                <a:lnTo>
                  <a:pt x="31750" y="1960563"/>
                </a:lnTo>
                <a:lnTo>
                  <a:pt x="0" y="1960563"/>
                </a:lnTo>
                <a:lnTo>
                  <a:pt x="0" y="0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7" name="Shape 35"/>
          <p:cNvSpPr/>
          <p:nvPr/>
        </p:nvSpPr>
        <p:spPr>
          <a:xfrm>
            <a:off x="4479330" y="4667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38" name="Text 36"/>
          <p:cNvSpPr/>
          <p:nvPr/>
        </p:nvSpPr>
        <p:spPr>
          <a:xfrm>
            <a:off x="4693642" y="4635601"/>
            <a:ext cx="335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Productivity Enhancement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0244" y="506412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0" name="Text 38"/>
          <p:cNvSpPr/>
          <p:nvPr/>
        </p:nvSpPr>
        <p:spPr>
          <a:xfrm>
            <a:off x="4705747" y="5016500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Setup Time: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Browser-based access eliminates installation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90244" y="560387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2" name="Text 40"/>
          <p:cNvSpPr/>
          <p:nvPr/>
        </p:nvSpPr>
        <p:spPr>
          <a:xfrm>
            <a:off x="4707533" y="5556250"/>
            <a:ext cx="33258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Context Switching: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tools in one unified platform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82306" y="6143625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86813" y="65131"/>
                </a:moveTo>
                <a:cubicBezTo>
                  <a:pt x="90301" y="68619"/>
                  <a:pt x="90301" y="74284"/>
                  <a:pt x="86813" y="77772"/>
                </a:cubicBezTo>
                <a:lnTo>
                  <a:pt x="33235" y="131350"/>
                </a:lnTo>
                <a:cubicBezTo>
                  <a:pt x="29747" y="134838"/>
                  <a:pt x="24082" y="134838"/>
                  <a:pt x="20594" y="131350"/>
                </a:cubicBezTo>
                <a:cubicBezTo>
                  <a:pt x="17106" y="127862"/>
                  <a:pt x="17106" y="122197"/>
                  <a:pt x="20594" y="118709"/>
                </a:cubicBezTo>
                <a:lnTo>
                  <a:pt x="67866" y="71438"/>
                </a:lnTo>
                <a:lnTo>
                  <a:pt x="20622" y="24166"/>
                </a:lnTo>
                <a:cubicBezTo>
                  <a:pt x="17134" y="20678"/>
                  <a:pt x="17134" y="15013"/>
                  <a:pt x="20622" y="11525"/>
                </a:cubicBezTo>
                <a:cubicBezTo>
                  <a:pt x="24110" y="8037"/>
                  <a:pt x="29775" y="8037"/>
                  <a:pt x="33263" y="11525"/>
                </a:cubicBezTo>
                <a:lnTo>
                  <a:pt x="86841" y="65103"/>
                </a:lnTo>
                <a:close/>
              </a:path>
            </a:pathLst>
          </a:custGeom>
          <a:solidFill>
            <a:srgbClr val="A0AAB3"/>
          </a:solidFill>
          <a:ln/>
        </p:spPr>
      </p:sp>
      <p:sp>
        <p:nvSpPr>
          <p:cNvPr id="44" name="Text 42"/>
          <p:cNvSpPr/>
          <p:nvPr/>
        </p:nvSpPr>
        <p:spPr>
          <a:xfrm>
            <a:off x="4693246" y="6096000"/>
            <a:ext cx="3333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Feedback: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Integrated execution provides immediate results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55483" y="4641951"/>
            <a:ext cx="3711575" cy="1949450"/>
          </a:xfrm>
          <a:custGeom>
            <a:avLst/>
            <a:gdLst/>
            <a:ahLst/>
            <a:cxnLst/>
            <a:rect l="l" t="t" r="r" b="b"/>
            <a:pathLst>
              <a:path w="3711575" h="1949450">
                <a:moveTo>
                  <a:pt x="63494" y="0"/>
                </a:moveTo>
                <a:lnTo>
                  <a:pt x="3648081" y="0"/>
                </a:lnTo>
                <a:cubicBezTo>
                  <a:pt x="3683148" y="0"/>
                  <a:pt x="3711575" y="28427"/>
                  <a:pt x="3711575" y="63494"/>
                </a:cubicBezTo>
                <a:lnTo>
                  <a:pt x="3711575" y="1885956"/>
                </a:lnTo>
                <a:cubicBezTo>
                  <a:pt x="3711575" y="1921023"/>
                  <a:pt x="3683148" y="1949450"/>
                  <a:pt x="3648081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76147" y="487044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8590459" y="4838798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81108" y="526732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8626178" y="5219697"/>
            <a:ext cx="256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Any device with a browser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81108" y="558482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Text 49"/>
          <p:cNvSpPr/>
          <p:nvPr/>
        </p:nvSpPr>
        <p:spPr>
          <a:xfrm>
            <a:off x="8626178" y="5537197"/>
            <a:ext cx="217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Instant synchronization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81108" y="590232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8626178" y="5854697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users simultaneously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81108" y="621982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Text 53"/>
          <p:cNvSpPr/>
          <p:nvPr/>
        </p:nvSpPr>
        <p:spPr>
          <a:xfrm>
            <a:off x="8626178" y="6172197"/>
            <a:ext cx="251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Integrated:</a:t>
            </a:r>
            <a:r>
              <a:rPr lang="en-US" sz="112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Edit, run, debug in one place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52BF3B39-97B8-3124-EB27-5DB1ABB158BC}"/>
              </a:ext>
            </a:extLst>
          </p:cNvPr>
          <p:cNvSpPr/>
          <p:nvPr/>
        </p:nvSpPr>
        <p:spPr>
          <a:xfrm>
            <a:off x="3617165" y="2492225"/>
            <a:ext cx="261520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</a:t>
            </a:r>
            <a:endParaRPr lang="en-US" sz="16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DD3CC40-F639-323F-3D36-A4A30D8B9DE6}"/>
              </a:ext>
            </a:extLst>
          </p:cNvPr>
          <p:cNvSpPr/>
          <p:nvPr/>
        </p:nvSpPr>
        <p:spPr>
          <a:xfrm>
            <a:off x="6113088" y="2510385"/>
            <a:ext cx="2806303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</a:t>
            </a:r>
            <a:r>
              <a:rPr lang="en-US" sz="7200" b="1" dirty="0">
                <a:solidFill>
                  <a:srgbClr val="A0AAB3"/>
                </a:solidFill>
                <a:latin typeface="Liter" pitchFamily="34" charset="0"/>
                <a:ea typeface="Liter" pitchFamily="34" charset="-122"/>
                <a:cs typeface="Liter" pitchFamily="34" charset="-120"/>
                <a:sym typeface="Wingdings" panose="05000000000000000000" pitchFamily="2" charset="2"/>
              </a:rPr>
              <a:t>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33119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1701</Words>
  <Application>Microsoft Office PowerPoint</Application>
  <PresentationFormat>Widescreen</PresentationFormat>
  <Paragraphs>288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Quattrocento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CodeVerse: A Real-Time Collaborative Code Editor</dc:title>
  <dc:subject>CodeVerse: A Real-Time Collaborative Code Editor</dc:subject>
  <dc:creator>Kimi</dc:creator>
  <cp:lastModifiedBy>Ishan Agrawal</cp:lastModifiedBy>
  <cp:revision>6</cp:revision>
  <dcterms:created xsi:type="dcterms:W3CDTF">2026-01-24T14:29:09Z</dcterms:created>
  <dcterms:modified xsi:type="dcterms:W3CDTF">2026-04-07T20:13:04Z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{"Label":"CodeVerse: A Real-Time Collaborative Code Editor","ContentProducer":"001191110108MACG2KBH8F10000","ProduceID":"19bf05fb-ab52-816f-8000-000027790ebc","ReservedCode1":"","ContentPropagator":"001191110108MACG2KBH8F20000","PropagateID":"19bf05fb-ab52-816f-8000-000027790ebc","ReservedCode2":""}</vt:lpwstr>
  </property>
</Properties>
</file>