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70" r:id="rId12"/>
    <p:sldId id="268" r:id="rId13"/>
    <p:sldId id="271" r:id="rId14"/>
  </p:sldIdLst>
  <p:sldSz cx="12192000" cy="6858000"/>
  <p:notesSz cx="6858000" cy="12192000"/>
  <p:embeddedFontLst>
    <p:embeddedFont>
      <p:font typeface="Liter" panose="020B0604020202020204" charset="0"/>
      <p:regular r:id="rId16"/>
    </p:embeddedFont>
    <p:embeddedFont>
      <p:font typeface="Quattrocento Sans" panose="020B0502050000020003" pitchFamily="3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346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repository-images.githubusercontent.com/b4f9acbbf87705ae261a305e354e851009512542"/>
          <p:cNvPicPr>
            <a:picLocks noChangeAspect="1"/>
          </p:cNvPicPr>
          <p:nvPr/>
        </p:nvPicPr>
        <p:blipFill>
          <a:blip r:embed="rId3">
            <a:alphaModFix amt="30000"/>
          </a:blip>
          <a:srcRect l="6944" r="6944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-23254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81A1B">
                  <a:alpha val="80000"/>
                </a:srgbClr>
              </a:gs>
              <a:gs pos="50000">
                <a:srgbClr val="181A1B">
                  <a:alpha val="90000"/>
                </a:srgbClr>
              </a:gs>
              <a:gs pos="100000">
                <a:srgbClr val="181A1B">
                  <a:alpha val="95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4064199" y="259199"/>
            <a:ext cx="4063365" cy="548640"/>
          </a:xfrm>
          <a:custGeom>
            <a:avLst/>
            <a:gdLst/>
            <a:ahLst/>
            <a:cxnLst/>
            <a:rect l="l" t="t" r="r" b="b"/>
            <a:pathLst>
              <a:path w="4063365" h="548640">
                <a:moveTo>
                  <a:pt x="76201" y="0"/>
                </a:moveTo>
                <a:lnTo>
                  <a:pt x="3987164" y="0"/>
                </a:lnTo>
                <a:cubicBezTo>
                  <a:pt x="4029249" y="0"/>
                  <a:pt x="4063365" y="34116"/>
                  <a:pt x="4063365" y="76201"/>
                </a:cubicBezTo>
                <a:lnTo>
                  <a:pt x="4063365" y="472439"/>
                </a:lnTo>
                <a:cubicBezTo>
                  <a:pt x="4063365" y="514524"/>
                  <a:pt x="4029249" y="548640"/>
                  <a:pt x="3987164" y="548640"/>
                </a:cubicBezTo>
                <a:lnTo>
                  <a:pt x="76201" y="548640"/>
                </a:lnTo>
                <a:cubicBezTo>
                  <a:pt x="34144" y="548640"/>
                  <a:pt x="0" y="514496"/>
                  <a:pt x="0" y="47243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4DB6AC">
              <a:alpha val="20000"/>
            </a:srgbClr>
          </a:solidFill>
          <a:ln w="20320">
            <a:solidFill>
              <a:srgbClr val="4DB6A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319469" y="403979"/>
            <a:ext cx="355294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800" b="1" kern="0" spc="180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WEB TECHNOLOGY PROJECT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62675" y="1341120"/>
            <a:ext cx="261520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72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Code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879310" y="1341120"/>
            <a:ext cx="2806303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720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Verse :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590681" y="310250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00013" y="110728"/>
                </a:moveTo>
                <a:cubicBezTo>
                  <a:pt x="129583" y="110728"/>
                  <a:pt x="153591" y="86721"/>
                  <a:pt x="153591" y="57150"/>
                </a:cubicBezTo>
                <a:cubicBezTo>
                  <a:pt x="153591" y="27579"/>
                  <a:pt x="129583" y="3572"/>
                  <a:pt x="100013" y="3572"/>
                </a:cubicBezTo>
                <a:cubicBezTo>
                  <a:pt x="70442" y="3572"/>
                  <a:pt x="46434" y="27579"/>
                  <a:pt x="46434" y="57150"/>
                </a:cubicBezTo>
                <a:cubicBezTo>
                  <a:pt x="46434" y="86721"/>
                  <a:pt x="70442" y="110728"/>
                  <a:pt x="100012" y="110728"/>
                </a:cubicBezTo>
                <a:close/>
                <a:moveTo>
                  <a:pt x="86752" y="135731"/>
                </a:moveTo>
                <a:cubicBezTo>
                  <a:pt x="42773" y="135731"/>
                  <a:pt x="7144" y="171361"/>
                  <a:pt x="7144" y="215339"/>
                </a:cubicBezTo>
                <a:cubicBezTo>
                  <a:pt x="7144" y="222662"/>
                  <a:pt x="13082" y="228600"/>
                  <a:pt x="20404" y="228600"/>
                </a:cubicBezTo>
                <a:lnTo>
                  <a:pt x="179621" y="228600"/>
                </a:lnTo>
                <a:cubicBezTo>
                  <a:pt x="186943" y="228600"/>
                  <a:pt x="192881" y="222662"/>
                  <a:pt x="192881" y="215339"/>
                </a:cubicBezTo>
                <a:cubicBezTo>
                  <a:pt x="192881" y="171361"/>
                  <a:pt x="157252" y="135731"/>
                  <a:pt x="113273" y="135731"/>
                </a:cubicBezTo>
                <a:lnTo>
                  <a:pt x="86752" y="135731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0" name="Text 7"/>
          <p:cNvSpPr/>
          <p:nvPr/>
        </p:nvSpPr>
        <p:spPr>
          <a:xfrm>
            <a:off x="2938344" y="3074120"/>
            <a:ext cx="2219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Student:</a:t>
            </a:r>
            <a:r>
              <a:rPr lang="en-US" sz="15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Ishan Agrawal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738355" y="3123501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0" y="42863"/>
                </a:moveTo>
                <a:cubicBezTo>
                  <a:pt x="0" y="27102"/>
                  <a:pt x="12814" y="14288"/>
                  <a:pt x="28575" y="14288"/>
                </a:cubicBezTo>
                <a:lnTo>
                  <a:pt x="228600" y="14288"/>
                </a:lnTo>
                <a:cubicBezTo>
                  <a:pt x="244361" y="14288"/>
                  <a:pt x="257175" y="27102"/>
                  <a:pt x="257175" y="42863"/>
                </a:cubicBezTo>
                <a:lnTo>
                  <a:pt x="0" y="42863"/>
                </a:lnTo>
                <a:close/>
                <a:moveTo>
                  <a:pt x="0" y="64294"/>
                </a:moveTo>
                <a:lnTo>
                  <a:pt x="257175" y="64294"/>
                </a:lnTo>
                <a:lnTo>
                  <a:pt x="257175" y="185738"/>
                </a:lnTo>
                <a:cubicBezTo>
                  <a:pt x="257175" y="201498"/>
                  <a:pt x="244361" y="214313"/>
                  <a:pt x="228600" y="214313"/>
                </a:cubicBezTo>
                <a:lnTo>
                  <a:pt x="28575" y="214313"/>
                </a:lnTo>
                <a:cubicBezTo>
                  <a:pt x="12814" y="214313"/>
                  <a:pt x="0" y="201498"/>
                  <a:pt x="0" y="185738"/>
                </a:cubicBezTo>
                <a:lnTo>
                  <a:pt x="0" y="64294"/>
                </a:lnTo>
                <a:close/>
                <a:moveTo>
                  <a:pt x="110416" y="185738"/>
                </a:moveTo>
                <a:cubicBezTo>
                  <a:pt x="119435" y="185738"/>
                  <a:pt x="126176" y="177076"/>
                  <a:pt x="120417" y="170111"/>
                </a:cubicBezTo>
                <a:cubicBezTo>
                  <a:pt x="113854" y="162208"/>
                  <a:pt x="103942" y="157163"/>
                  <a:pt x="92869" y="157163"/>
                </a:cubicBezTo>
                <a:lnTo>
                  <a:pt x="64294" y="157163"/>
                </a:lnTo>
                <a:cubicBezTo>
                  <a:pt x="53221" y="157163"/>
                  <a:pt x="43309" y="162208"/>
                  <a:pt x="36746" y="170111"/>
                </a:cubicBezTo>
                <a:cubicBezTo>
                  <a:pt x="30986" y="177076"/>
                  <a:pt x="37728" y="185738"/>
                  <a:pt x="46747" y="185738"/>
                </a:cubicBezTo>
                <a:lnTo>
                  <a:pt x="110371" y="185738"/>
                </a:lnTo>
                <a:close/>
                <a:moveTo>
                  <a:pt x="78581" y="139303"/>
                </a:moveTo>
                <a:cubicBezTo>
                  <a:pt x="92381" y="139303"/>
                  <a:pt x="103584" y="128100"/>
                  <a:pt x="103584" y="114300"/>
                </a:cubicBezTo>
                <a:cubicBezTo>
                  <a:pt x="103584" y="100500"/>
                  <a:pt x="92381" y="89297"/>
                  <a:pt x="78581" y="89297"/>
                </a:cubicBezTo>
                <a:cubicBezTo>
                  <a:pt x="64782" y="89297"/>
                  <a:pt x="53578" y="100500"/>
                  <a:pt x="53578" y="114300"/>
                </a:cubicBezTo>
                <a:cubicBezTo>
                  <a:pt x="53578" y="128100"/>
                  <a:pt x="64782" y="139303"/>
                  <a:pt x="78581" y="139303"/>
                </a:cubicBezTo>
                <a:close/>
                <a:moveTo>
                  <a:pt x="160734" y="92869"/>
                </a:moveTo>
                <a:cubicBezTo>
                  <a:pt x="154796" y="92869"/>
                  <a:pt x="150019" y="97646"/>
                  <a:pt x="150019" y="103584"/>
                </a:cubicBezTo>
                <a:cubicBezTo>
                  <a:pt x="150019" y="109523"/>
                  <a:pt x="154796" y="114300"/>
                  <a:pt x="160734" y="114300"/>
                </a:cubicBezTo>
                <a:lnTo>
                  <a:pt x="210741" y="114300"/>
                </a:lnTo>
                <a:cubicBezTo>
                  <a:pt x="216679" y="114300"/>
                  <a:pt x="221456" y="109523"/>
                  <a:pt x="221456" y="103584"/>
                </a:cubicBezTo>
                <a:cubicBezTo>
                  <a:pt x="221456" y="97646"/>
                  <a:pt x="216679" y="92869"/>
                  <a:pt x="210741" y="92869"/>
                </a:cubicBezTo>
                <a:lnTo>
                  <a:pt x="160734" y="92869"/>
                </a:lnTo>
                <a:close/>
                <a:moveTo>
                  <a:pt x="160734" y="135731"/>
                </a:moveTo>
                <a:cubicBezTo>
                  <a:pt x="154796" y="135731"/>
                  <a:pt x="150019" y="140509"/>
                  <a:pt x="150019" y="146447"/>
                </a:cubicBezTo>
                <a:cubicBezTo>
                  <a:pt x="150019" y="152385"/>
                  <a:pt x="154796" y="157163"/>
                  <a:pt x="160734" y="157163"/>
                </a:cubicBezTo>
                <a:lnTo>
                  <a:pt x="210741" y="157163"/>
                </a:lnTo>
                <a:cubicBezTo>
                  <a:pt x="216679" y="157163"/>
                  <a:pt x="221456" y="152385"/>
                  <a:pt x="221456" y="146447"/>
                </a:cubicBezTo>
                <a:cubicBezTo>
                  <a:pt x="221456" y="140509"/>
                  <a:pt x="216679" y="135731"/>
                  <a:pt x="210741" y="135731"/>
                </a:cubicBezTo>
                <a:lnTo>
                  <a:pt x="160734" y="135731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2" name="Text 9"/>
          <p:cNvSpPr/>
          <p:nvPr/>
        </p:nvSpPr>
        <p:spPr>
          <a:xfrm>
            <a:off x="7096125" y="3111443"/>
            <a:ext cx="1973230" cy="240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Roll No:</a:t>
            </a:r>
            <a:r>
              <a:rPr lang="en-US" sz="15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202452321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590681" y="548259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71450" y="228600"/>
                </a:moveTo>
                <a:lnTo>
                  <a:pt x="42863" y="228600"/>
                </a:lnTo>
                <a:cubicBezTo>
                  <a:pt x="19199" y="228600"/>
                  <a:pt x="0" y="209401"/>
                  <a:pt x="0" y="185738"/>
                </a:cubicBezTo>
                <a:lnTo>
                  <a:pt x="0" y="42863"/>
                </a:lnTo>
                <a:cubicBezTo>
                  <a:pt x="0" y="19199"/>
                  <a:pt x="19199" y="0"/>
                  <a:pt x="42863" y="0"/>
                </a:cubicBezTo>
                <a:lnTo>
                  <a:pt x="178594" y="0"/>
                </a:lnTo>
                <a:cubicBezTo>
                  <a:pt x="190426" y="0"/>
                  <a:pt x="200025" y="9599"/>
                  <a:pt x="200025" y="21431"/>
                </a:cubicBezTo>
                <a:lnTo>
                  <a:pt x="200025" y="150019"/>
                </a:lnTo>
                <a:cubicBezTo>
                  <a:pt x="200025" y="159350"/>
                  <a:pt x="194042" y="167298"/>
                  <a:pt x="185738" y="170244"/>
                </a:cubicBezTo>
                <a:lnTo>
                  <a:pt x="185738" y="200025"/>
                </a:lnTo>
                <a:cubicBezTo>
                  <a:pt x="193640" y="200025"/>
                  <a:pt x="200025" y="206410"/>
                  <a:pt x="200025" y="214313"/>
                </a:cubicBezTo>
                <a:cubicBezTo>
                  <a:pt x="200025" y="222215"/>
                  <a:pt x="193640" y="228600"/>
                  <a:pt x="185738" y="228600"/>
                </a:cubicBezTo>
                <a:lnTo>
                  <a:pt x="171450" y="228600"/>
                </a:lnTo>
                <a:close/>
                <a:moveTo>
                  <a:pt x="42863" y="171450"/>
                </a:moveTo>
                <a:cubicBezTo>
                  <a:pt x="34960" y="171450"/>
                  <a:pt x="28575" y="177835"/>
                  <a:pt x="28575" y="185738"/>
                </a:cubicBezTo>
                <a:cubicBezTo>
                  <a:pt x="28575" y="193640"/>
                  <a:pt x="34960" y="200025"/>
                  <a:pt x="42863" y="200025"/>
                </a:cubicBezTo>
                <a:lnTo>
                  <a:pt x="157163" y="200025"/>
                </a:lnTo>
                <a:lnTo>
                  <a:pt x="157163" y="171450"/>
                </a:lnTo>
                <a:lnTo>
                  <a:pt x="42863" y="171450"/>
                </a:lnTo>
                <a:close/>
                <a:moveTo>
                  <a:pt x="57150" y="67866"/>
                </a:moveTo>
                <a:cubicBezTo>
                  <a:pt x="57150" y="73804"/>
                  <a:pt x="61927" y="78581"/>
                  <a:pt x="67866" y="78581"/>
                </a:cubicBezTo>
                <a:lnTo>
                  <a:pt x="146447" y="78581"/>
                </a:lnTo>
                <a:cubicBezTo>
                  <a:pt x="152385" y="78581"/>
                  <a:pt x="157163" y="73804"/>
                  <a:pt x="157163" y="67866"/>
                </a:cubicBezTo>
                <a:cubicBezTo>
                  <a:pt x="157163" y="61927"/>
                  <a:pt x="152385" y="57150"/>
                  <a:pt x="146447" y="57150"/>
                </a:cubicBezTo>
                <a:lnTo>
                  <a:pt x="67866" y="57150"/>
                </a:lnTo>
                <a:cubicBezTo>
                  <a:pt x="61927" y="57150"/>
                  <a:pt x="57150" y="61927"/>
                  <a:pt x="57150" y="67866"/>
                </a:cubicBezTo>
                <a:close/>
                <a:moveTo>
                  <a:pt x="67866" y="100013"/>
                </a:moveTo>
                <a:cubicBezTo>
                  <a:pt x="61927" y="100013"/>
                  <a:pt x="57150" y="104790"/>
                  <a:pt x="57150" y="110728"/>
                </a:cubicBezTo>
                <a:cubicBezTo>
                  <a:pt x="57150" y="116666"/>
                  <a:pt x="61927" y="121444"/>
                  <a:pt x="67866" y="121444"/>
                </a:cubicBezTo>
                <a:lnTo>
                  <a:pt x="146447" y="121444"/>
                </a:lnTo>
                <a:cubicBezTo>
                  <a:pt x="152385" y="121444"/>
                  <a:pt x="157163" y="116666"/>
                  <a:pt x="157163" y="110728"/>
                </a:cubicBezTo>
                <a:cubicBezTo>
                  <a:pt x="157163" y="104790"/>
                  <a:pt x="152385" y="100013"/>
                  <a:pt x="146447" y="100013"/>
                </a:cubicBezTo>
                <a:lnTo>
                  <a:pt x="67866" y="10001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4" name="Text 11"/>
          <p:cNvSpPr/>
          <p:nvPr/>
        </p:nvSpPr>
        <p:spPr>
          <a:xfrm>
            <a:off x="2938344" y="5463540"/>
            <a:ext cx="2219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Subject:</a:t>
            </a:r>
            <a:r>
              <a:rPr lang="en-US" sz="15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Web Technology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734175" y="548259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21399" y="9019"/>
                </a:moveTo>
                <a:cubicBezTo>
                  <a:pt x="117024" y="6519"/>
                  <a:pt x="111621" y="6519"/>
                  <a:pt x="107201" y="9019"/>
                </a:cubicBezTo>
                <a:lnTo>
                  <a:pt x="7188" y="66169"/>
                </a:lnTo>
                <a:cubicBezTo>
                  <a:pt x="1563" y="69384"/>
                  <a:pt x="-1206" y="75992"/>
                  <a:pt x="446" y="82242"/>
                </a:cubicBezTo>
                <a:cubicBezTo>
                  <a:pt x="2098" y="88493"/>
                  <a:pt x="7813" y="92869"/>
                  <a:pt x="14288" y="92869"/>
                </a:cubicBezTo>
                <a:lnTo>
                  <a:pt x="28575" y="92869"/>
                </a:lnTo>
                <a:lnTo>
                  <a:pt x="28575" y="185738"/>
                </a:lnTo>
                <a:lnTo>
                  <a:pt x="28575" y="185738"/>
                </a:lnTo>
                <a:lnTo>
                  <a:pt x="5715" y="202883"/>
                </a:lnTo>
                <a:cubicBezTo>
                  <a:pt x="2098" y="205561"/>
                  <a:pt x="0" y="209803"/>
                  <a:pt x="0" y="214313"/>
                </a:cubicBezTo>
                <a:cubicBezTo>
                  <a:pt x="0" y="222215"/>
                  <a:pt x="6385" y="228600"/>
                  <a:pt x="14288" y="228600"/>
                </a:cubicBezTo>
                <a:lnTo>
                  <a:pt x="214313" y="228600"/>
                </a:lnTo>
                <a:cubicBezTo>
                  <a:pt x="222215" y="228600"/>
                  <a:pt x="228600" y="222215"/>
                  <a:pt x="228600" y="214313"/>
                </a:cubicBezTo>
                <a:cubicBezTo>
                  <a:pt x="228600" y="209803"/>
                  <a:pt x="226502" y="205561"/>
                  <a:pt x="222885" y="202883"/>
                </a:cubicBezTo>
                <a:lnTo>
                  <a:pt x="200025" y="185738"/>
                </a:lnTo>
                <a:lnTo>
                  <a:pt x="200025" y="92869"/>
                </a:lnTo>
                <a:lnTo>
                  <a:pt x="214313" y="92869"/>
                </a:lnTo>
                <a:cubicBezTo>
                  <a:pt x="220787" y="92869"/>
                  <a:pt x="226457" y="88493"/>
                  <a:pt x="228109" y="82242"/>
                </a:cubicBezTo>
                <a:cubicBezTo>
                  <a:pt x="229761" y="75992"/>
                  <a:pt x="226993" y="69384"/>
                  <a:pt x="221367" y="66169"/>
                </a:cubicBezTo>
                <a:lnTo>
                  <a:pt x="121354" y="9019"/>
                </a:lnTo>
                <a:close/>
                <a:moveTo>
                  <a:pt x="178594" y="92869"/>
                </a:moveTo>
                <a:lnTo>
                  <a:pt x="178594" y="185738"/>
                </a:lnTo>
                <a:lnTo>
                  <a:pt x="150019" y="185738"/>
                </a:lnTo>
                <a:lnTo>
                  <a:pt x="150019" y="92869"/>
                </a:lnTo>
                <a:lnTo>
                  <a:pt x="178594" y="92869"/>
                </a:lnTo>
                <a:close/>
                <a:moveTo>
                  <a:pt x="128588" y="92869"/>
                </a:moveTo>
                <a:lnTo>
                  <a:pt x="128588" y="185738"/>
                </a:lnTo>
                <a:lnTo>
                  <a:pt x="100013" y="185738"/>
                </a:lnTo>
                <a:lnTo>
                  <a:pt x="100013" y="92869"/>
                </a:lnTo>
                <a:lnTo>
                  <a:pt x="128588" y="92869"/>
                </a:lnTo>
                <a:close/>
                <a:moveTo>
                  <a:pt x="78581" y="92869"/>
                </a:moveTo>
                <a:lnTo>
                  <a:pt x="78581" y="185738"/>
                </a:lnTo>
                <a:lnTo>
                  <a:pt x="50006" y="185738"/>
                </a:lnTo>
                <a:lnTo>
                  <a:pt x="50006" y="92869"/>
                </a:lnTo>
                <a:lnTo>
                  <a:pt x="78581" y="92869"/>
                </a:lnTo>
                <a:close/>
                <a:moveTo>
                  <a:pt x="114300" y="42863"/>
                </a:moveTo>
                <a:cubicBezTo>
                  <a:pt x="122185" y="42863"/>
                  <a:pt x="128588" y="49265"/>
                  <a:pt x="128588" y="57150"/>
                </a:cubicBezTo>
                <a:cubicBezTo>
                  <a:pt x="128588" y="65035"/>
                  <a:pt x="122185" y="71438"/>
                  <a:pt x="114300" y="71438"/>
                </a:cubicBezTo>
                <a:cubicBezTo>
                  <a:pt x="106415" y="71438"/>
                  <a:pt x="100013" y="65035"/>
                  <a:pt x="100013" y="57150"/>
                </a:cubicBezTo>
                <a:cubicBezTo>
                  <a:pt x="100013" y="49265"/>
                  <a:pt x="106415" y="42863"/>
                  <a:pt x="114300" y="42863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6" name="Text 13"/>
          <p:cNvSpPr/>
          <p:nvPr/>
        </p:nvSpPr>
        <p:spPr>
          <a:xfrm>
            <a:off x="6993484" y="5463540"/>
            <a:ext cx="2600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Institute:</a:t>
            </a:r>
            <a:r>
              <a:rPr lang="en-US" sz="15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IIIT VADODARA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948967" y="6333518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47625" y="0"/>
                </a:moveTo>
                <a:cubicBezTo>
                  <a:pt x="54211" y="0"/>
                  <a:pt x="59531" y="5321"/>
                  <a:pt x="59531" y="11906"/>
                </a:cubicBezTo>
                <a:lnTo>
                  <a:pt x="59531" y="23812"/>
                </a:lnTo>
                <a:lnTo>
                  <a:pt x="107156" y="23812"/>
                </a:lnTo>
                <a:lnTo>
                  <a:pt x="107156" y="11906"/>
                </a:lnTo>
                <a:cubicBezTo>
                  <a:pt x="107156" y="5321"/>
                  <a:pt x="112477" y="0"/>
                  <a:pt x="119063" y="0"/>
                </a:cubicBezTo>
                <a:cubicBezTo>
                  <a:pt x="125648" y="0"/>
                  <a:pt x="130969" y="5321"/>
                  <a:pt x="130969" y="11906"/>
                </a:cubicBezTo>
                <a:lnTo>
                  <a:pt x="130969" y="23812"/>
                </a:lnTo>
                <a:lnTo>
                  <a:pt x="142875" y="23812"/>
                </a:lnTo>
                <a:cubicBezTo>
                  <a:pt x="156009" y="23812"/>
                  <a:pt x="166688" y="34491"/>
                  <a:pt x="166688" y="47625"/>
                </a:cubicBezTo>
                <a:lnTo>
                  <a:pt x="166688" y="154781"/>
                </a:lnTo>
                <a:cubicBezTo>
                  <a:pt x="166688" y="167915"/>
                  <a:pt x="156009" y="178594"/>
                  <a:pt x="142875" y="178594"/>
                </a:cubicBezTo>
                <a:lnTo>
                  <a:pt x="23812" y="178594"/>
                </a:lnTo>
                <a:cubicBezTo>
                  <a:pt x="10678" y="178594"/>
                  <a:pt x="0" y="167915"/>
                  <a:pt x="0" y="154781"/>
                </a:cubicBezTo>
                <a:lnTo>
                  <a:pt x="0" y="47625"/>
                </a:lnTo>
                <a:cubicBezTo>
                  <a:pt x="0" y="34491"/>
                  <a:pt x="10678" y="23812"/>
                  <a:pt x="23812" y="23812"/>
                </a:cubicBezTo>
                <a:lnTo>
                  <a:pt x="35719" y="23812"/>
                </a:lnTo>
                <a:lnTo>
                  <a:pt x="35719" y="11906"/>
                </a:lnTo>
                <a:cubicBezTo>
                  <a:pt x="35719" y="5321"/>
                  <a:pt x="41039" y="0"/>
                  <a:pt x="47625" y="0"/>
                </a:cubicBezTo>
                <a:close/>
                <a:moveTo>
                  <a:pt x="23812" y="89297"/>
                </a:moveTo>
                <a:lnTo>
                  <a:pt x="23812" y="101203"/>
                </a:lnTo>
                <a:cubicBezTo>
                  <a:pt x="23812" y="104477"/>
                  <a:pt x="26491" y="107156"/>
                  <a:pt x="29766" y="107156"/>
                </a:cubicBezTo>
                <a:lnTo>
                  <a:pt x="41672" y="107156"/>
                </a:lnTo>
                <a:cubicBezTo>
                  <a:pt x="44946" y="107156"/>
                  <a:pt x="47625" y="104477"/>
                  <a:pt x="47625" y="101203"/>
                </a:cubicBezTo>
                <a:lnTo>
                  <a:pt x="47625" y="89297"/>
                </a:lnTo>
                <a:cubicBezTo>
                  <a:pt x="47625" y="86023"/>
                  <a:pt x="44946" y="83344"/>
                  <a:pt x="41672" y="83344"/>
                </a:cubicBezTo>
                <a:lnTo>
                  <a:pt x="29766" y="83344"/>
                </a:lnTo>
                <a:cubicBezTo>
                  <a:pt x="26491" y="83344"/>
                  <a:pt x="23812" y="86023"/>
                  <a:pt x="23812" y="89297"/>
                </a:cubicBezTo>
                <a:close/>
                <a:moveTo>
                  <a:pt x="71438" y="89297"/>
                </a:moveTo>
                <a:lnTo>
                  <a:pt x="71438" y="101203"/>
                </a:lnTo>
                <a:cubicBezTo>
                  <a:pt x="71438" y="104477"/>
                  <a:pt x="74116" y="107156"/>
                  <a:pt x="77391" y="107156"/>
                </a:cubicBezTo>
                <a:lnTo>
                  <a:pt x="89297" y="107156"/>
                </a:lnTo>
                <a:cubicBezTo>
                  <a:pt x="92571" y="107156"/>
                  <a:pt x="95250" y="104477"/>
                  <a:pt x="95250" y="101203"/>
                </a:cubicBezTo>
                <a:lnTo>
                  <a:pt x="95250" y="89297"/>
                </a:lnTo>
                <a:cubicBezTo>
                  <a:pt x="95250" y="86023"/>
                  <a:pt x="92571" y="83344"/>
                  <a:pt x="89297" y="83344"/>
                </a:cubicBezTo>
                <a:lnTo>
                  <a:pt x="77391" y="83344"/>
                </a:lnTo>
                <a:cubicBezTo>
                  <a:pt x="74116" y="83344"/>
                  <a:pt x="71438" y="86023"/>
                  <a:pt x="71438" y="89297"/>
                </a:cubicBezTo>
                <a:close/>
                <a:moveTo>
                  <a:pt x="125016" y="83344"/>
                </a:moveTo>
                <a:cubicBezTo>
                  <a:pt x="121741" y="83344"/>
                  <a:pt x="119063" y="86023"/>
                  <a:pt x="119063" y="89297"/>
                </a:cubicBezTo>
                <a:lnTo>
                  <a:pt x="119063" y="101203"/>
                </a:lnTo>
                <a:cubicBezTo>
                  <a:pt x="119063" y="104477"/>
                  <a:pt x="121741" y="107156"/>
                  <a:pt x="125016" y="107156"/>
                </a:cubicBezTo>
                <a:lnTo>
                  <a:pt x="136922" y="107156"/>
                </a:lnTo>
                <a:cubicBezTo>
                  <a:pt x="140196" y="107156"/>
                  <a:pt x="142875" y="104477"/>
                  <a:pt x="142875" y="101203"/>
                </a:cubicBezTo>
                <a:lnTo>
                  <a:pt x="142875" y="89297"/>
                </a:lnTo>
                <a:cubicBezTo>
                  <a:pt x="142875" y="86023"/>
                  <a:pt x="140196" y="83344"/>
                  <a:pt x="136922" y="83344"/>
                </a:cubicBezTo>
                <a:lnTo>
                  <a:pt x="125016" y="83344"/>
                </a:lnTo>
                <a:close/>
                <a:moveTo>
                  <a:pt x="23812" y="136922"/>
                </a:moveTo>
                <a:lnTo>
                  <a:pt x="23812" y="148828"/>
                </a:lnTo>
                <a:cubicBezTo>
                  <a:pt x="23812" y="152102"/>
                  <a:pt x="26491" y="154781"/>
                  <a:pt x="29766" y="154781"/>
                </a:cubicBezTo>
                <a:lnTo>
                  <a:pt x="41672" y="154781"/>
                </a:lnTo>
                <a:cubicBezTo>
                  <a:pt x="44946" y="154781"/>
                  <a:pt x="47625" y="152102"/>
                  <a:pt x="47625" y="148828"/>
                </a:cubicBezTo>
                <a:lnTo>
                  <a:pt x="47625" y="136922"/>
                </a:lnTo>
                <a:cubicBezTo>
                  <a:pt x="47625" y="133648"/>
                  <a:pt x="44946" y="130969"/>
                  <a:pt x="41672" y="130969"/>
                </a:cubicBezTo>
                <a:lnTo>
                  <a:pt x="29766" y="130969"/>
                </a:lnTo>
                <a:cubicBezTo>
                  <a:pt x="26491" y="130969"/>
                  <a:pt x="23812" y="133648"/>
                  <a:pt x="23812" y="136922"/>
                </a:cubicBezTo>
                <a:close/>
                <a:moveTo>
                  <a:pt x="77391" y="130969"/>
                </a:moveTo>
                <a:cubicBezTo>
                  <a:pt x="74116" y="130969"/>
                  <a:pt x="71438" y="133648"/>
                  <a:pt x="71438" y="136922"/>
                </a:cubicBezTo>
                <a:lnTo>
                  <a:pt x="71438" y="148828"/>
                </a:lnTo>
                <a:cubicBezTo>
                  <a:pt x="71438" y="152102"/>
                  <a:pt x="74116" y="154781"/>
                  <a:pt x="77391" y="154781"/>
                </a:cubicBezTo>
                <a:lnTo>
                  <a:pt x="89297" y="154781"/>
                </a:lnTo>
                <a:cubicBezTo>
                  <a:pt x="92571" y="154781"/>
                  <a:pt x="95250" y="152102"/>
                  <a:pt x="95250" y="148828"/>
                </a:cubicBezTo>
                <a:lnTo>
                  <a:pt x="95250" y="136922"/>
                </a:lnTo>
                <a:cubicBezTo>
                  <a:pt x="95250" y="133648"/>
                  <a:pt x="92571" y="130969"/>
                  <a:pt x="89297" y="130969"/>
                </a:cubicBezTo>
                <a:lnTo>
                  <a:pt x="77391" y="130969"/>
                </a:lnTo>
                <a:close/>
                <a:moveTo>
                  <a:pt x="119063" y="136922"/>
                </a:moveTo>
                <a:lnTo>
                  <a:pt x="119063" y="148828"/>
                </a:lnTo>
                <a:cubicBezTo>
                  <a:pt x="119063" y="152102"/>
                  <a:pt x="121741" y="154781"/>
                  <a:pt x="125016" y="154781"/>
                </a:cubicBezTo>
                <a:lnTo>
                  <a:pt x="136922" y="154781"/>
                </a:lnTo>
                <a:cubicBezTo>
                  <a:pt x="140196" y="154781"/>
                  <a:pt x="142875" y="152102"/>
                  <a:pt x="142875" y="148828"/>
                </a:cubicBezTo>
                <a:lnTo>
                  <a:pt x="142875" y="136922"/>
                </a:lnTo>
                <a:cubicBezTo>
                  <a:pt x="142875" y="133648"/>
                  <a:pt x="140196" y="130969"/>
                  <a:pt x="136922" y="130969"/>
                </a:cubicBezTo>
                <a:lnTo>
                  <a:pt x="125016" y="130969"/>
                </a:lnTo>
                <a:cubicBezTo>
                  <a:pt x="121741" y="130969"/>
                  <a:pt x="119063" y="133648"/>
                  <a:pt x="119063" y="136922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18" name="Text 15"/>
          <p:cNvSpPr/>
          <p:nvPr/>
        </p:nvSpPr>
        <p:spPr>
          <a:xfrm>
            <a:off x="4216083" y="6323791"/>
            <a:ext cx="470368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6C757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Semester: IV | Academic Year: 2026</a:t>
            </a:r>
            <a:endParaRPr 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CFC2F4-0D29-2634-E640-305F10EA3655}"/>
              </a:ext>
            </a:extLst>
          </p:cNvPr>
          <p:cNvSpPr txBox="1"/>
          <p:nvPr/>
        </p:nvSpPr>
        <p:spPr>
          <a:xfrm>
            <a:off x="5784979" y="1819471"/>
            <a:ext cx="61768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A0AAB3"/>
                </a:solidFill>
                <a:latin typeface="Liter" pitchFamily="34" charset="0"/>
              </a:rPr>
              <a:t>A real-time collaborative text editor</a:t>
            </a:r>
            <a:endParaRPr lang="en-IN" sz="2800" b="1" dirty="0">
              <a:solidFill>
                <a:srgbClr val="A0AAB3"/>
              </a:solidFill>
              <a:latin typeface="Liter" pitchFamily="34" charset="0"/>
            </a:endParaRPr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52107A4C-9D4A-B387-9535-378683C2A6A7}"/>
              </a:ext>
            </a:extLst>
          </p:cNvPr>
          <p:cNvSpPr/>
          <p:nvPr/>
        </p:nvSpPr>
        <p:spPr>
          <a:xfrm>
            <a:off x="2590681" y="3781842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00013" y="110728"/>
                </a:moveTo>
                <a:cubicBezTo>
                  <a:pt x="129583" y="110728"/>
                  <a:pt x="153591" y="86721"/>
                  <a:pt x="153591" y="57150"/>
                </a:cubicBezTo>
                <a:cubicBezTo>
                  <a:pt x="153591" y="27579"/>
                  <a:pt x="129583" y="3572"/>
                  <a:pt x="100013" y="3572"/>
                </a:cubicBezTo>
                <a:cubicBezTo>
                  <a:pt x="70442" y="3572"/>
                  <a:pt x="46434" y="27579"/>
                  <a:pt x="46434" y="57150"/>
                </a:cubicBezTo>
                <a:cubicBezTo>
                  <a:pt x="46434" y="86721"/>
                  <a:pt x="70442" y="110728"/>
                  <a:pt x="100012" y="110728"/>
                </a:cubicBezTo>
                <a:close/>
                <a:moveTo>
                  <a:pt x="86752" y="135731"/>
                </a:moveTo>
                <a:cubicBezTo>
                  <a:pt x="42773" y="135731"/>
                  <a:pt x="7144" y="171361"/>
                  <a:pt x="7144" y="215339"/>
                </a:cubicBezTo>
                <a:cubicBezTo>
                  <a:pt x="7144" y="222662"/>
                  <a:pt x="13082" y="228600"/>
                  <a:pt x="20404" y="228600"/>
                </a:cubicBezTo>
                <a:lnTo>
                  <a:pt x="179621" y="228600"/>
                </a:lnTo>
                <a:cubicBezTo>
                  <a:pt x="186943" y="228600"/>
                  <a:pt x="192881" y="222662"/>
                  <a:pt x="192881" y="215339"/>
                </a:cubicBezTo>
                <a:cubicBezTo>
                  <a:pt x="192881" y="171361"/>
                  <a:pt x="157252" y="135731"/>
                  <a:pt x="113273" y="135731"/>
                </a:cubicBezTo>
                <a:lnTo>
                  <a:pt x="86752" y="135731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1F06FEE8-F7A3-FCE3-A46A-18B870CE92A1}"/>
              </a:ext>
            </a:extLst>
          </p:cNvPr>
          <p:cNvSpPr/>
          <p:nvPr/>
        </p:nvSpPr>
        <p:spPr>
          <a:xfrm>
            <a:off x="2575983" y="4514653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00013" y="110728"/>
                </a:moveTo>
                <a:cubicBezTo>
                  <a:pt x="129583" y="110728"/>
                  <a:pt x="153591" y="86721"/>
                  <a:pt x="153591" y="57150"/>
                </a:cubicBezTo>
                <a:cubicBezTo>
                  <a:pt x="153591" y="27579"/>
                  <a:pt x="129583" y="3572"/>
                  <a:pt x="100013" y="3572"/>
                </a:cubicBezTo>
                <a:cubicBezTo>
                  <a:pt x="70442" y="3572"/>
                  <a:pt x="46434" y="27579"/>
                  <a:pt x="46434" y="57150"/>
                </a:cubicBezTo>
                <a:cubicBezTo>
                  <a:pt x="46434" y="86721"/>
                  <a:pt x="70442" y="110728"/>
                  <a:pt x="100012" y="110728"/>
                </a:cubicBezTo>
                <a:close/>
                <a:moveTo>
                  <a:pt x="86752" y="135731"/>
                </a:moveTo>
                <a:cubicBezTo>
                  <a:pt x="42773" y="135731"/>
                  <a:pt x="7144" y="171361"/>
                  <a:pt x="7144" y="215339"/>
                </a:cubicBezTo>
                <a:cubicBezTo>
                  <a:pt x="7144" y="222662"/>
                  <a:pt x="13082" y="228600"/>
                  <a:pt x="20404" y="228600"/>
                </a:cubicBezTo>
                <a:lnTo>
                  <a:pt x="179621" y="228600"/>
                </a:lnTo>
                <a:cubicBezTo>
                  <a:pt x="186943" y="228600"/>
                  <a:pt x="192881" y="222662"/>
                  <a:pt x="192881" y="215339"/>
                </a:cubicBezTo>
                <a:cubicBezTo>
                  <a:pt x="192881" y="171361"/>
                  <a:pt x="157252" y="135731"/>
                  <a:pt x="113273" y="135731"/>
                </a:cubicBezTo>
                <a:lnTo>
                  <a:pt x="86752" y="135731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225F7F90-F701-CCC3-B64C-CA343B018B7A}"/>
              </a:ext>
            </a:extLst>
          </p:cNvPr>
          <p:cNvSpPr/>
          <p:nvPr/>
        </p:nvSpPr>
        <p:spPr>
          <a:xfrm>
            <a:off x="2925873" y="3774843"/>
            <a:ext cx="17114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Student:</a:t>
            </a:r>
            <a:r>
              <a:rPr lang="en-US" sz="15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Happy</a:t>
            </a:r>
            <a:endParaRPr lang="en-US" sz="16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85BC8A90-2250-13EC-E31C-00ED6AAE0AA7}"/>
              </a:ext>
            </a:extLst>
          </p:cNvPr>
          <p:cNvSpPr/>
          <p:nvPr/>
        </p:nvSpPr>
        <p:spPr>
          <a:xfrm>
            <a:off x="2938344" y="4499688"/>
            <a:ext cx="2219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Student:</a:t>
            </a:r>
            <a:r>
              <a:rPr lang="en-US" sz="15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Abhishek </a:t>
            </a:r>
            <a:r>
              <a:rPr lang="en-US" sz="1500" dirty="0" err="1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Biban</a:t>
            </a:r>
            <a:endParaRPr lang="en-US" sz="16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D725A8A2-5E3B-FFD7-771B-0FF8BFC96EB7}"/>
              </a:ext>
            </a:extLst>
          </p:cNvPr>
          <p:cNvSpPr/>
          <p:nvPr/>
        </p:nvSpPr>
        <p:spPr>
          <a:xfrm>
            <a:off x="6762167" y="3788815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0" y="42863"/>
                </a:moveTo>
                <a:cubicBezTo>
                  <a:pt x="0" y="27102"/>
                  <a:pt x="12814" y="14288"/>
                  <a:pt x="28575" y="14288"/>
                </a:cubicBezTo>
                <a:lnTo>
                  <a:pt x="228600" y="14288"/>
                </a:lnTo>
                <a:cubicBezTo>
                  <a:pt x="244361" y="14288"/>
                  <a:pt x="257175" y="27102"/>
                  <a:pt x="257175" y="42863"/>
                </a:cubicBezTo>
                <a:lnTo>
                  <a:pt x="0" y="42863"/>
                </a:lnTo>
                <a:close/>
                <a:moveTo>
                  <a:pt x="0" y="64294"/>
                </a:moveTo>
                <a:lnTo>
                  <a:pt x="257175" y="64294"/>
                </a:lnTo>
                <a:lnTo>
                  <a:pt x="257175" y="185738"/>
                </a:lnTo>
                <a:cubicBezTo>
                  <a:pt x="257175" y="201498"/>
                  <a:pt x="244361" y="214313"/>
                  <a:pt x="228600" y="214313"/>
                </a:cubicBezTo>
                <a:lnTo>
                  <a:pt x="28575" y="214313"/>
                </a:lnTo>
                <a:cubicBezTo>
                  <a:pt x="12814" y="214313"/>
                  <a:pt x="0" y="201498"/>
                  <a:pt x="0" y="185738"/>
                </a:cubicBezTo>
                <a:lnTo>
                  <a:pt x="0" y="64294"/>
                </a:lnTo>
                <a:close/>
                <a:moveTo>
                  <a:pt x="110416" y="185738"/>
                </a:moveTo>
                <a:cubicBezTo>
                  <a:pt x="119435" y="185738"/>
                  <a:pt x="126176" y="177076"/>
                  <a:pt x="120417" y="170111"/>
                </a:cubicBezTo>
                <a:cubicBezTo>
                  <a:pt x="113854" y="162208"/>
                  <a:pt x="103942" y="157163"/>
                  <a:pt x="92869" y="157163"/>
                </a:cubicBezTo>
                <a:lnTo>
                  <a:pt x="64294" y="157163"/>
                </a:lnTo>
                <a:cubicBezTo>
                  <a:pt x="53221" y="157163"/>
                  <a:pt x="43309" y="162208"/>
                  <a:pt x="36746" y="170111"/>
                </a:cubicBezTo>
                <a:cubicBezTo>
                  <a:pt x="30986" y="177076"/>
                  <a:pt x="37728" y="185738"/>
                  <a:pt x="46747" y="185738"/>
                </a:cubicBezTo>
                <a:lnTo>
                  <a:pt x="110371" y="185738"/>
                </a:lnTo>
                <a:close/>
                <a:moveTo>
                  <a:pt x="78581" y="139303"/>
                </a:moveTo>
                <a:cubicBezTo>
                  <a:pt x="92381" y="139303"/>
                  <a:pt x="103584" y="128100"/>
                  <a:pt x="103584" y="114300"/>
                </a:cubicBezTo>
                <a:cubicBezTo>
                  <a:pt x="103584" y="100500"/>
                  <a:pt x="92381" y="89297"/>
                  <a:pt x="78581" y="89297"/>
                </a:cubicBezTo>
                <a:cubicBezTo>
                  <a:pt x="64782" y="89297"/>
                  <a:pt x="53578" y="100500"/>
                  <a:pt x="53578" y="114300"/>
                </a:cubicBezTo>
                <a:cubicBezTo>
                  <a:pt x="53578" y="128100"/>
                  <a:pt x="64782" y="139303"/>
                  <a:pt x="78581" y="139303"/>
                </a:cubicBezTo>
                <a:close/>
                <a:moveTo>
                  <a:pt x="160734" y="92869"/>
                </a:moveTo>
                <a:cubicBezTo>
                  <a:pt x="154796" y="92869"/>
                  <a:pt x="150019" y="97646"/>
                  <a:pt x="150019" y="103584"/>
                </a:cubicBezTo>
                <a:cubicBezTo>
                  <a:pt x="150019" y="109523"/>
                  <a:pt x="154796" y="114300"/>
                  <a:pt x="160734" y="114300"/>
                </a:cubicBezTo>
                <a:lnTo>
                  <a:pt x="210741" y="114300"/>
                </a:lnTo>
                <a:cubicBezTo>
                  <a:pt x="216679" y="114300"/>
                  <a:pt x="221456" y="109523"/>
                  <a:pt x="221456" y="103584"/>
                </a:cubicBezTo>
                <a:cubicBezTo>
                  <a:pt x="221456" y="97646"/>
                  <a:pt x="216679" y="92869"/>
                  <a:pt x="210741" y="92869"/>
                </a:cubicBezTo>
                <a:lnTo>
                  <a:pt x="160734" y="92869"/>
                </a:lnTo>
                <a:close/>
                <a:moveTo>
                  <a:pt x="160734" y="135731"/>
                </a:moveTo>
                <a:cubicBezTo>
                  <a:pt x="154796" y="135731"/>
                  <a:pt x="150019" y="140509"/>
                  <a:pt x="150019" y="146447"/>
                </a:cubicBezTo>
                <a:cubicBezTo>
                  <a:pt x="150019" y="152385"/>
                  <a:pt x="154796" y="157163"/>
                  <a:pt x="160734" y="157163"/>
                </a:cubicBezTo>
                <a:lnTo>
                  <a:pt x="210741" y="157163"/>
                </a:lnTo>
                <a:cubicBezTo>
                  <a:pt x="216679" y="157163"/>
                  <a:pt x="221456" y="152385"/>
                  <a:pt x="221456" y="146447"/>
                </a:cubicBezTo>
                <a:cubicBezTo>
                  <a:pt x="221456" y="140509"/>
                  <a:pt x="216679" y="135731"/>
                  <a:pt x="210741" y="135731"/>
                </a:cubicBezTo>
                <a:lnTo>
                  <a:pt x="160734" y="135731"/>
                </a:lnTo>
                <a:close/>
              </a:path>
            </a:pathLst>
          </a:custGeom>
          <a:solidFill>
            <a:srgbClr val="4DB6A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C3B9958C-E9F3-DBED-E58C-465F73863231}"/>
              </a:ext>
            </a:extLst>
          </p:cNvPr>
          <p:cNvSpPr/>
          <p:nvPr/>
        </p:nvSpPr>
        <p:spPr>
          <a:xfrm>
            <a:off x="6781509" y="4499688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0" y="42863"/>
                </a:moveTo>
                <a:cubicBezTo>
                  <a:pt x="0" y="27102"/>
                  <a:pt x="12814" y="14288"/>
                  <a:pt x="28575" y="14288"/>
                </a:cubicBezTo>
                <a:lnTo>
                  <a:pt x="228600" y="14288"/>
                </a:lnTo>
                <a:cubicBezTo>
                  <a:pt x="244361" y="14288"/>
                  <a:pt x="257175" y="27102"/>
                  <a:pt x="257175" y="42863"/>
                </a:cubicBezTo>
                <a:lnTo>
                  <a:pt x="0" y="42863"/>
                </a:lnTo>
                <a:close/>
                <a:moveTo>
                  <a:pt x="0" y="64294"/>
                </a:moveTo>
                <a:lnTo>
                  <a:pt x="257175" y="64294"/>
                </a:lnTo>
                <a:lnTo>
                  <a:pt x="257175" y="185738"/>
                </a:lnTo>
                <a:cubicBezTo>
                  <a:pt x="257175" y="201498"/>
                  <a:pt x="244361" y="214313"/>
                  <a:pt x="228600" y="214313"/>
                </a:cubicBezTo>
                <a:lnTo>
                  <a:pt x="28575" y="214313"/>
                </a:lnTo>
                <a:cubicBezTo>
                  <a:pt x="12814" y="214313"/>
                  <a:pt x="0" y="201498"/>
                  <a:pt x="0" y="185738"/>
                </a:cubicBezTo>
                <a:lnTo>
                  <a:pt x="0" y="64294"/>
                </a:lnTo>
                <a:close/>
                <a:moveTo>
                  <a:pt x="110416" y="185738"/>
                </a:moveTo>
                <a:cubicBezTo>
                  <a:pt x="119435" y="185738"/>
                  <a:pt x="126176" y="177076"/>
                  <a:pt x="120417" y="170111"/>
                </a:cubicBezTo>
                <a:cubicBezTo>
                  <a:pt x="113854" y="162208"/>
                  <a:pt x="103942" y="157163"/>
                  <a:pt x="92869" y="157163"/>
                </a:cubicBezTo>
                <a:lnTo>
                  <a:pt x="64294" y="157163"/>
                </a:lnTo>
                <a:cubicBezTo>
                  <a:pt x="53221" y="157163"/>
                  <a:pt x="43309" y="162208"/>
                  <a:pt x="36746" y="170111"/>
                </a:cubicBezTo>
                <a:cubicBezTo>
                  <a:pt x="30986" y="177076"/>
                  <a:pt x="37728" y="185738"/>
                  <a:pt x="46747" y="185738"/>
                </a:cubicBezTo>
                <a:lnTo>
                  <a:pt x="110371" y="185738"/>
                </a:lnTo>
                <a:close/>
                <a:moveTo>
                  <a:pt x="78581" y="139303"/>
                </a:moveTo>
                <a:cubicBezTo>
                  <a:pt x="92381" y="139303"/>
                  <a:pt x="103584" y="128100"/>
                  <a:pt x="103584" y="114300"/>
                </a:cubicBezTo>
                <a:cubicBezTo>
                  <a:pt x="103584" y="100500"/>
                  <a:pt x="92381" y="89297"/>
                  <a:pt x="78581" y="89297"/>
                </a:cubicBezTo>
                <a:cubicBezTo>
                  <a:pt x="64782" y="89297"/>
                  <a:pt x="53578" y="100500"/>
                  <a:pt x="53578" y="114300"/>
                </a:cubicBezTo>
                <a:cubicBezTo>
                  <a:pt x="53578" y="128100"/>
                  <a:pt x="64782" y="139303"/>
                  <a:pt x="78581" y="139303"/>
                </a:cubicBezTo>
                <a:close/>
                <a:moveTo>
                  <a:pt x="160734" y="92869"/>
                </a:moveTo>
                <a:cubicBezTo>
                  <a:pt x="154796" y="92869"/>
                  <a:pt x="150019" y="97646"/>
                  <a:pt x="150019" y="103584"/>
                </a:cubicBezTo>
                <a:cubicBezTo>
                  <a:pt x="150019" y="109523"/>
                  <a:pt x="154796" y="114300"/>
                  <a:pt x="160734" y="114300"/>
                </a:cubicBezTo>
                <a:lnTo>
                  <a:pt x="210741" y="114300"/>
                </a:lnTo>
                <a:cubicBezTo>
                  <a:pt x="216679" y="114300"/>
                  <a:pt x="221456" y="109523"/>
                  <a:pt x="221456" y="103584"/>
                </a:cubicBezTo>
                <a:cubicBezTo>
                  <a:pt x="221456" y="97646"/>
                  <a:pt x="216679" y="92869"/>
                  <a:pt x="210741" y="92869"/>
                </a:cubicBezTo>
                <a:lnTo>
                  <a:pt x="160734" y="92869"/>
                </a:lnTo>
                <a:close/>
                <a:moveTo>
                  <a:pt x="160734" y="135731"/>
                </a:moveTo>
                <a:cubicBezTo>
                  <a:pt x="154796" y="135731"/>
                  <a:pt x="150019" y="140509"/>
                  <a:pt x="150019" y="146447"/>
                </a:cubicBezTo>
                <a:cubicBezTo>
                  <a:pt x="150019" y="152385"/>
                  <a:pt x="154796" y="157163"/>
                  <a:pt x="160734" y="157163"/>
                </a:cubicBezTo>
                <a:lnTo>
                  <a:pt x="210741" y="157163"/>
                </a:lnTo>
                <a:cubicBezTo>
                  <a:pt x="216679" y="157163"/>
                  <a:pt x="221456" y="152385"/>
                  <a:pt x="221456" y="146447"/>
                </a:cubicBezTo>
                <a:cubicBezTo>
                  <a:pt x="221456" y="140509"/>
                  <a:pt x="216679" y="135731"/>
                  <a:pt x="210741" y="135731"/>
                </a:cubicBezTo>
                <a:lnTo>
                  <a:pt x="160734" y="135731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950ADB65-B52F-FF82-B924-DED28EBD37BA}"/>
              </a:ext>
            </a:extLst>
          </p:cNvPr>
          <p:cNvSpPr/>
          <p:nvPr/>
        </p:nvSpPr>
        <p:spPr>
          <a:xfrm>
            <a:off x="7142778" y="3765943"/>
            <a:ext cx="1973230" cy="240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Roll No:</a:t>
            </a:r>
            <a:r>
              <a:rPr lang="en-US" sz="15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202452319</a:t>
            </a:r>
            <a:endParaRPr lang="en-US" sz="1600" dirty="0"/>
          </a:p>
        </p:txBody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979317E3-E1EB-151C-757C-97B7DECFC440}"/>
              </a:ext>
            </a:extLst>
          </p:cNvPr>
          <p:cNvSpPr/>
          <p:nvPr/>
        </p:nvSpPr>
        <p:spPr>
          <a:xfrm>
            <a:off x="7173877" y="4490739"/>
            <a:ext cx="1973230" cy="240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Roll No:</a:t>
            </a:r>
            <a:r>
              <a:rPr lang="en-US" sz="15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202452339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1608" y="351608"/>
            <a:ext cx="70322" cy="562572"/>
          </a:xfrm>
          <a:custGeom>
            <a:avLst/>
            <a:gdLst/>
            <a:ahLst/>
            <a:cxnLst/>
            <a:rect l="l" t="t" r="r" b="b"/>
            <a:pathLst>
              <a:path w="70322" h="562572">
                <a:moveTo>
                  <a:pt x="0" y="0"/>
                </a:moveTo>
                <a:lnTo>
                  <a:pt x="70322" y="0"/>
                </a:lnTo>
                <a:lnTo>
                  <a:pt x="70322" y="562572"/>
                </a:lnTo>
                <a:lnTo>
                  <a:pt x="0" y="562572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" name="Text 1"/>
          <p:cNvSpPr/>
          <p:nvPr/>
        </p:nvSpPr>
        <p:spPr>
          <a:xfrm>
            <a:off x="562572" y="421929"/>
            <a:ext cx="2478835" cy="421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322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2572" y="1019663"/>
            <a:ext cx="11365722" cy="246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4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Evolution of Collaborative Coding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846259" y="2044599"/>
            <a:ext cx="35161" cy="2707380"/>
          </a:xfrm>
          <a:custGeom>
            <a:avLst/>
            <a:gdLst/>
            <a:ahLst/>
            <a:cxnLst/>
            <a:rect l="l" t="t" r="r" b="b"/>
            <a:pathLst>
              <a:path w="35161" h="2707380">
                <a:moveTo>
                  <a:pt x="0" y="0"/>
                </a:moveTo>
                <a:lnTo>
                  <a:pt x="35161" y="0"/>
                </a:lnTo>
                <a:lnTo>
                  <a:pt x="35161" y="2707380"/>
                </a:lnTo>
                <a:lnTo>
                  <a:pt x="0" y="2707380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6" name="Shape 14"/>
          <p:cNvSpPr/>
          <p:nvPr/>
        </p:nvSpPr>
        <p:spPr>
          <a:xfrm>
            <a:off x="369188" y="2482212"/>
            <a:ext cx="35161" cy="1722878"/>
          </a:xfrm>
          <a:custGeom>
            <a:avLst/>
            <a:gdLst/>
            <a:ahLst/>
            <a:cxnLst/>
            <a:rect l="l" t="t" r="r" b="b"/>
            <a:pathLst>
              <a:path w="35161" h="1722878">
                <a:moveTo>
                  <a:pt x="0" y="0"/>
                </a:moveTo>
                <a:lnTo>
                  <a:pt x="35161" y="0"/>
                </a:lnTo>
                <a:lnTo>
                  <a:pt x="35161" y="1722878"/>
                </a:lnTo>
                <a:lnTo>
                  <a:pt x="0" y="1722878"/>
                </a:lnTo>
                <a:lnTo>
                  <a:pt x="0" y="0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17" name="Shape 15"/>
          <p:cNvSpPr/>
          <p:nvPr/>
        </p:nvSpPr>
        <p:spPr>
          <a:xfrm>
            <a:off x="624104" y="2479938"/>
            <a:ext cx="210965" cy="210965"/>
          </a:xfrm>
          <a:custGeom>
            <a:avLst/>
            <a:gdLst/>
            <a:ahLst/>
            <a:cxnLst/>
            <a:rect l="l" t="t" r="r" b="b"/>
            <a:pathLst>
              <a:path w="210965" h="210965">
                <a:moveTo>
                  <a:pt x="105482" y="0"/>
                </a:moveTo>
                <a:cubicBezTo>
                  <a:pt x="111539" y="0"/>
                  <a:pt x="117102" y="3338"/>
                  <a:pt x="119986" y="8653"/>
                </a:cubicBezTo>
                <a:lnTo>
                  <a:pt x="208987" y="173469"/>
                </a:lnTo>
                <a:cubicBezTo>
                  <a:pt x="211748" y="178578"/>
                  <a:pt x="211624" y="184759"/>
                  <a:pt x="208657" y="189745"/>
                </a:cubicBezTo>
                <a:cubicBezTo>
                  <a:pt x="205691" y="194730"/>
                  <a:pt x="200293" y="197779"/>
                  <a:pt x="194483" y="197779"/>
                </a:cubicBezTo>
                <a:lnTo>
                  <a:pt x="16482" y="197779"/>
                </a:lnTo>
                <a:cubicBezTo>
                  <a:pt x="10672" y="197779"/>
                  <a:pt x="5315" y="194730"/>
                  <a:pt x="2307" y="189745"/>
                </a:cubicBezTo>
                <a:cubicBezTo>
                  <a:pt x="-700" y="184759"/>
                  <a:pt x="-783" y="178578"/>
                  <a:pt x="1978" y="173469"/>
                </a:cubicBezTo>
                <a:lnTo>
                  <a:pt x="90979" y="8653"/>
                </a:lnTo>
                <a:cubicBezTo>
                  <a:pt x="93863" y="3338"/>
                  <a:pt x="99425" y="0"/>
                  <a:pt x="105482" y="0"/>
                </a:cubicBezTo>
                <a:close/>
                <a:moveTo>
                  <a:pt x="105482" y="69223"/>
                </a:moveTo>
                <a:cubicBezTo>
                  <a:pt x="100002" y="69223"/>
                  <a:pt x="95593" y="73632"/>
                  <a:pt x="95593" y="79112"/>
                </a:cubicBezTo>
                <a:lnTo>
                  <a:pt x="95593" y="125260"/>
                </a:lnTo>
                <a:cubicBezTo>
                  <a:pt x="95593" y="130740"/>
                  <a:pt x="100002" y="135149"/>
                  <a:pt x="105482" y="135149"/>
                </a:cubicBezTo>
                <a:cubicBezTo>
                  <a:pt x="110962" y="135149"/>
                  <a:pt x="115371" y="130740"/>
                  <a:pt x="115371" y="125260"/>
                </a:cubicBezTo>
                <a:lnTo>
                  <a:pt x="115371" y="79112"/>
                </a:lnTo>
                <a:cubicBezTo>
                  <a:pt x="115371" y="73632"/>
                  <a:pt x="110962" y="69223"/>
                  <a:pt x="105482" y="69223"/>
                </a:cubicBezTo>
                <a:close/>
                <a:moveTo>
                  <a:pt x="116484" y="158224"/>
                </a:moveTo>
                <a:cubicBezTo>
                  <a:pt x="116734" y="154140"/>
                  <a:pt x="114698" y="150255"/>
                  <a:pt x="111197" y="148137"/>
                </a:cubicBezTo>
                <a:cubicBezTo>
                  <a:pt x="107696" y="146020"/>
                  <a:pt x="103310" y="146020"/>
                  <a:pt x="99809" y="148137"/>
                </a:cubicBezTo>
                <a:cubicBezTo>
                  <a:pt x="96308" y="150255"/>
                  <a:pt x="94272" y="154140"/>
                  <a:pt x="94522" y="158224"/>
                </a:cubicBezTo>
                <a:cubicBezTo>
                  <a:pt x="94272" y="162307"/>
                  <a:pt x="96308" y="166192"/>
                  <a:pt x="99809" y="168310"/>
                </a:cubicBezTo>
                <a:cubicBezTo>
                  <a:pt x="103310" y="170427"/>
                  <a:pt x="107696" y="170427"/>
                  <a:pt x="111197" y="168310"/>
                </a:cubicBezTo>
                <a:cubicBezTo>
                  <a:pt x="114698" y="166192"/>
                  <a:pt x="116734" y="162307"/>
                  <a:pt x="116484" y="158224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18" name="Text 16"/>
          <p:cNvSpPr/>
          <p:nvPr/>
        </p:nvSpPr>
        <p:spPr>
          <a:xfrm>
            <a:off x="861439" y="2444898"/>
            <a:ext cx="5195005" cy="28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61" b="1" dirty="0">
                <a:solidFill>
                  <a:srgbClr val="EAEA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Limitations of Traditional Editors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9487" y="3087401"/>
            <a:ext cx="118668" cy="158224"/>
          </a:xfrm>
          <a:custGeom>
            <a:avLst/>
            <a:gdLst/>
            <a:ahLst/>
            <a:cxnLst/>
            <a:rect l="l" t="t" r="r" b="b"/>
            <a:pathLst>
              <a:path w="118668" h="158224">
                <a:moveTo>
                  <a:pt x="17028" y="22683"/>
                </a:moveTo>
                <a:cubicBezTo>
                  <a:pt x="13165" y="18820"/>
                  <a:pt x="6891" y="18820"/>
                  <a:pt x="3028" y="22683"/>
                </a:cubicBezTo>
                <a:cubicBezTo>
                  <a:pt x="-834" y="26546"/>
                  <a:pt x="-834" y="32819"/>
                  <a:pt x="3028" y="36682"/>
                </a:cubicBezTo>
                <a:lnTo>
                  <a:pt x="45489" y="79112"/>
                </a:lnTo>
                <a:lnTo>
                  <a:pt x="3059" y="121573"/>
                </a:lnTo>
                <a:cubicBezTo>
                  <a:pt x="-803" y="125435"/>
                  <a:pt x="-803" y="131709"/>
                  <a:pt x="3059" y="135572"/>
                </a:cubicBezTo>
                <a:cubicBezTo>
                  <a:pt x="6922" y="139434"/>
                  <a:pt x="13196" y="139434"/>
                  <a:pt x="17058" y="135572"/>
                </a:cubicBezTo>
                <a:lnTo>
                  <a:pt x="59488" y="93111"/>
                </a:lnTo>
                <a:lnTo>
                  <a:pt x="101949" y="135541"/>
                </a:lnTo>
                <a:cubicBezTo>
                  <a:pt x="105812" y="139404"/>
                  <a:pt x="112085" y="139404"/>
                  <a:pt x="115948" y="135541"/>
                </a:cubicBezTo>
                <a:cubicBezTo>
                  <a:pt x="119811" y="131678"/>
                  <a:pt x="119811" y="125404"/>
                  <a:pt x="115948" y="121542"/>
                </a:cubicBezTo>
                <a:lnTo>
                  <a:pt x="73487" y="79112"/>
                </a:lnTo>
                <a:lnTo>
                  <a:pt x="115917" y="36651"/>
                </a:lnTo>
                <a:cubicBezTo>
                  <a:pt x="119780" y="32788"/>
                  <a:pt x="119780" y="26515"/>
                  <a:pt x="115917" y="22652"/>
                </a:cubicBezTo>
                <a:cubicBezTo>
                  <a:pt x="112054" y="18789"/>
                  <a:pt x="105781" y="18789"/>
                  <a:pt x="101918" y="22652"/>
                </a:cubicBezTo>
                <a:lnTo>
                  <a:pt x="59488" y="65113"/>
                </a:lnTo>
                <a:lnTo>
                  <a:pt x="17028" y="2268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0" name="Text 18"/>
          <p:cNvSpPr/>
          <p:nvPr/>
        </p:nvSpPr>
        <p:spPr>
          <a:xfrm>
            <a:off x="835678" y="3015996"/>
            <a:ext cx="4931299" cy="246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6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Isolated Development:</a:t>
            </a:r>
            <a:r>
              <a:rPr lang="en-US" sz="1246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Single-user focus prevents simultaneous editing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9487" y="3366127"/>
            <a:ext cx="118668" cy="158224"/>
          </a:xfrm>
          <a:custGeom>
            <a:avLst/>
            <a:gdLst/>
            <a:ahLst/>
            <a:cxnLst/>
            <a:rect l="l" t="t" r="r" b="b"/>
            <a:pathLst>
              <a:path w="118668" h="158224">
                <a:moveTo>
                  <a:pt x="17028" y="22683"/>
                </a:moveTo>
                <a:cubicBezTo>
                  <a:pt x="13165" y="18820"/>
                  <a:pt x="6891" y="18820"/>
                  <a:pt x="3028" y="22683"/>
                </a:cubicBezTo>
                <a:cubicBezTo>
                  <a:pt x="-834" y="26546"/>
                  <a:pt x="-834" y="32819"/>
                  <a:pt x="3028" y="36682"/>
                </a:cubicBezTo>
                <a:lnTo>
                  <a:pt x="45489" y="79112"/>
                </a:lnTo>
                <a:lnTo>
                  <a:pt x="3059" y="121573"/>
                </a:lnTo>
                <a:cubicBezTo>
                  <a:pt x="-803" y="125435"/>
                  <a:pt x="-803" y="131709"/>
                  <a:pt x="3059" y="135572"/>
                </a:cubicBezTo>
                <a:cubicBezTo>
                  <a:pt x="6922" y="139434"/>
                  <a:pt x="13196" y="139434"/>
                  <a:pt x="17058" y="135572"/>
                </a:cubicBezTo>
                <a:lnTo>
                  <a:pt x="59488" y="93111"/>
                </a:lnTo>
                <a:lnTo>
                  <a:pt x="101949" y="135541"/>
                </a:lnTo>
                <a:cubicBezTo>
                  <a:pt x="105812" y="139404"/>
                  <a:pt x="112085" y="139404"/>
                  <a:pt x="115948" y="135541"/>
                </a:cubicBezTo>
                <a:cubicBezTo>
                  <a:pt x="119811" y="131678"/>
                  <a:pt x="119811" y="125404"/>
                  <a:pt x="115948" y="121542"/>
                </a:cubicBezTo>
                <a:lnTo>
                  <a:pt x="73487" y="79112"/>
                </a:lnTo>
                <a:lnTo>
                  <a:pt x="115917" y="36651"/>
                </a:lnTo>
                <a:cubicBezTo>
                  <a:pt x="119780" y="32788"/>
                  <a:pt x="119780" y="26515"/>
                  <a:pt x="115917" y="22652"/>
                </a:cubicBezTo>
                <a:cubicBezTo>
                  <a:pt x="112054" y="18789"/>
                  <a:pt x="105781" y="18789"/>
                  <a:pt x="101918" y="22652"/>
                </a:cubicBezTo>
                <a:lnTo>
                  <a:pt x="59488" y="65113"/>
                </a:lnTo>
                <a:lnTo>
                  <a:pt x="17028" y="22683"/>
                </a:lnTo>
                <a:close/>
              </a:path>
            </a:pathLst>
          </a:custGeom>
          <a:solidFill>
            <a:srgbClr val="A0AAB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2" name="Text 20"/>
          <p:cNvSpPr/>
          <p:nvPr/>
        </p:nvSpPr>
        <p:spPr>
          <a:xfrm>
            <a:off x="826347" y="3302292"/>
            <a:ext cx="4025909" cy="246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6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Manual Version Control:</a:t>
            </a:r>
            <a:r>
              <a:rPr lang="en-US" sz="1246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Git conflicts and merge overhead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9487" y="3678650"/>
            <a:ext cx="118668" cy="158224"/>
          </a:xfrm>
          <a:custGeom>
            <a:avLst/>
            <a:gdLst/>
            <a:ahLst/>
            <a:cxnLst/>
            <a:rect l="l" t="t" r="r" b="b"/>
            <a:pathLst>
              <a:path w="118668" h="158224">
                <a:moveTo>
                  <a:pt x="17028" y="22683"/>
                </a:moveTo>
                <a:cubicBezTo>
                  <a:pt x="13165" y="18820"/>
                  <a:pt x="6891" y="18820"/>
                  <a:pt x="3028" y="22683"/>
                </a:cubicBezTo>
                <a:cubicBezTo>
                  <a:pt x="-834" y="26546"/>
                  <a:pt x="-834" y="32819"/>
                  <a:pt x="3028" y="36682"/>
                </a:cubicBezTo>
                <a:lnTo>
                  <a:pt x="45489" y="79112"/>
                </a:lnTo>
                <a:lnTo>
                  <a:pt x="3059" y="121573"/>
                </a:lnTo>
                <a:cubicBezTo>
                  <a:pt x="-803" y="125435"/>
                  <a:pt x="-803" y="131709"/>
                  <a:pt x="3059" y="135572"/>
                </a:cubicBezTo>
                <a:cubicBezTo>
                  <a:pt x="6922" y="139434"/>
                  <a:pt x="13196" y="139434"/>
                  <a:pt x="17058" y="135572"/>
                </a:cubicBezTo>
                <a:lnTo>
                  <a:pt x="59488" y="93111"/>
                </a:lnTo>
                <a:lnTo>
                  <a:pt x="101949" y="135541"/>
                </a:lnTo>
                <a:cubicBezTo>
                  <a:pt x="105812" y="139404"/>
                  <a:pt x="112085" y="139404"/>
                  <a:pt x="115948" y="135541"/>
                </a:cubicBezTo>
                <a:cubicBezTo>
                  <a:pt x="119811" y="131678"/>
                  <a:pt x="119811" y="125404"/>
                  <a:pt x="115948" y="121542"/>
                </a:cubicBezTo>
                <a:lnTo>
                  <a:pt x="73487" y="79112"/>
                </a:lnTo>
                <a:lnTo>
                  <a:pt x="115917" y="36651"/>
                </a:lnTo>
                <a:cubicBezTo>
                  <a:pt x="119780" y="32788"/>
                  <a:pt x="119780" y="26515"/>
                  <a:pt x="115917" y="22652"/>
                </a:cubicBezTo>
                <a:cubicBezTo>
                  <a:pt x="112054" y="18789"/>
                  <a:pt x="105781" y="18789"/>
                  <a:pt x="101918" y="22652"/>
                </a:cubicBezTo>
                <a:lnTo>
                  <a:pt x="59488" y="65113"/>
                </a:lnTo>
                <a:lnTo>
                  <a:pt x="17028" y="2268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4" name="Text 22"/>
          <p:cNvSpPr/>
          <p:nvPr/>
        </p:nvSpPr>
        <p:spPr>
          <a:xfrm>
            <a:off x="807685" y="3597921"/>
            <a:ext cx="4931299" cy="246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6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Real-Time Sync:</a:t>
            </a:r>
            <a:r>
              <a:rPr lang="en-US" sz="1246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File sharing via email/Drive creates inconsistencies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39487" y="3983605"/>
            <a:ext cx="118668" cy="158224"/>
          </a:xfrm>
          <a:custGeom>
            <a:avLst/>
            <a:gdLst/>
            <a:ahLst/>
            <a:cxnLst/>
            <a:rect l="l" t="t" r="r" b="b"/>
            <a:pathLst>
              <a:path w="118668" h="158224">
                <a:moveTo>
                  <a:pt x="17028" y="22683"/>
                </a:moveTo>
                <a:cubicBezTo>
                  <a:pt x="13165" y="18820"/>
                  <a:pt x="6891" y="18820"/>
                  <a:pt x="3028" y="22683"/>
                </a:cubicBezTo>
                <a:cubicBezTo>
                  <a:pt x="-834" y="26546"/>
                  <a:pt x="-834" y="32819"/>
                  <a:pt x="3028" y="36682"/>
                </a:cubicBezTo>
                <a:lnTo>
                  <a:pt x="45489" y="79112"/>
                </a:lnTo>
                <a:lnTo>
                  <a:pt x="3059" y="121573"/>
                </a:lnTo>
                <a:cubicBezTo>
                  <a:pt x="-803" y="125435"/>
                  <a:pt x="-803" y="131709"/>
                  <a:pt x="3059" y="135572"/>
                </a:cubicBezTo>
                <a:cubicBezTo>
                  <a:pt x="6922" y="139434"/>
                  <a:pt x="13196" y="139434"/>
                  <a:pt x="17058" y="135572"/>
                </a:cubicBezTo>
                <a:lnTo>
                  <a:pt x="59488" y="93111"/>
                </a:lnTo>
                <a:lnTo>
                  <a:pt x="101949" y="135541"/>
                </a:lnTo>
                <a:cubicBezTo>
                  <a:pt x="105812" y="139404"/>
                  <a:pt x="112085" y="139404"/>
                  <a:pt x="115948" y="135541"/>
                </a:cubicBezTo>
                <a:cubicBezTo>
                  <a:pt x="119811" y="131678"/>
                  <a:pt x="119811" y="125404"/>
                  <a:pt x="115948" y="121542"/>
                </a:cubicBezTo>
                <a:lnTo>
                  <a:pt x="73487" y="79112"/>
                </a:lnTo>
                <a:lnTo>
                  <a:pt x="115917" y="36651"/>
                </a:lnTo>
                <a:cubicBezTo>
                  <a:pt x="119780" y="32788"/>
                  <a:pt x="119780" y="26515"/>
                  <a:pt x="115917" y="22652"/>
                </a:cubicBezTo>
                <a:cubicBezTo>
                  <a:pt x="112054" y="18789"/>
                  <a:pt x="105781" y="18789"/>
                  <a:pt x="101918" y="22652"/>
                </a:cubicBezTo>
                <a:lnTo>
                  <a:pt x="59488" y="65113"/>
                </a:lnTo>
                <a:lnTo>
                  <a:pt x="17028" y="2268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6" name="Text 24"/>
          <p:cNvSpPr/>
          <p:nvPr/>
        </p:nvSpPr>
        <p:spPr>
          <a:xfrm>
            <a:off x="807685" y="3930865"/>
            <a:ext cx="4948880" cy="246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6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Context Switching:</a:t>
            </a:r>
            <a:r>
              <a:rPr lang="en-US" sz="1246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Separate tools for editing, execution, and debugging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42137" y="1483785"/>
            <a:ext cx="5587048" cy="3644415"/>
          </a:xfrm>
          <a:custGeom>
            <a:avLst/>
            <a:gdLst/>
            <a:ahLst/>
            <a:cxnLst/>
            <a:rect l="l" t="t" r="r" b="b"/>
            <a:pathLst>
              <a:path w="5587048" h="3644415">
                <a:moveTo>
                  <a:pt x="70337" y="0"/>
                </a:moveTo>
                <a:lnTo>
                  <a:pt x="5516711" y="0"/>
                </a:lnTo>
                <a:cubicBezTo>
                  <a:pt x="5555557" y="0"/>
                  <a:pt x="5587048" y="31491"/>
                  <a:pt x="5587048" y="70337"/>
                </a:cubicBezTo>
                <a:lnTo>
                  <a:pt x="5587048" y="3574078"/>
                </a:lnTo>
                <a:cubicBezTo>
                  <a:pt x="5587048" y="3612924"/>
                  <a:pt x="5555557" y="3644415"/>
                  <a:pt x="5516711" y="3644415"/>
                </a:cubicBezTo>
                <a:lnTo>
                  <a:pt x="70337" y="3644415"/>
                </a:lnTo>
                <a:cubicBezTo>
                  <a:pt x="31491" y="3644415"/>
                  <a:pt x="0" y="3612924"/>
                  <a:pt x="0" y="3574078"/>
                </a:cubicBezTo>
                <a:lnTo>
                  <a:pt x="0" y="70337"/>
                </a:lnTo>
                <a:cubicBezTo>
                  <a:pt x="0" y="31491"/>
                  <a:pt x="31491" y="0"/>
                  <a:pt x="70337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20320">
            <a:solidFill>
              <a:srgbClr val="4DB6A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98579" y="1798474"/>
            <a:ext cx="197779" cy="263706"/>
          </a:xfrm>
          <a:custGeom>
            <a:avLst/>
            <a:gdLst/>
            <a:ahLst/>
            <a:cxnLst/>
            <a:rect l="l" t="t" r="r" b="b"/>
            <a:pathLst>
              <a:path w="197779" h="263706">
                <a:moveTo>
                  <a:pt x="150858" y="197779"/>
                </a:moveTo>
                <a:cubicBezTo>
                  <a:pt x="154618" y="186294"/>
                  <a:pt x="162138" y="175890"/>
                  <a:pt x="170636" y="166928"/>
                </a:cubicBezTo>
                <a:cubicBezTo>
                  <a:pt x="187478" y="149210"/>
                  <a:pt x="197779" y="125260"/>
                  <a:pt x="197779" y="98890"/>
                </a:cubicBezTo>
                <a:cubicBezTo>
                  <a:pt x="197779" y="44294"/>
                  <a:pt x="153485" y="0"/>
                  <a:pt x="98890" y="0"/>
                </a:cubicBezTo>
                <a:cubicBezTo>
                  <a:pt x="44294" y="0"/>
                  <a:pt x="0" y="44294"/>
                  <a:pt x="0" y="98890"/>
                </a:cubicBezTo>
                <a:cubicBezTo>
                  <a:pt x="0" y="125260"/>
                  <a:pt x="10301" y="149210"/>
                  <a:pt x="27143" y="166928"/>
                </a:cubicBezTo>
                <a:cubicBezTo>
                  <a:pt x="35641" y="175890"/>
                  <a:pt x="43213" y="186294"/>
                  <a:pt x="46921" y="197779"/>
                </a:cubicBezTo>
                <a:lnTo>
                  <a:pt x="150807" y="197779"/>
                </a:lnTo>
                <a:close/>
                <a:moveTo>
                  <a:pt x="148335" y="222502"/>
                </a:moveTo>
                <a:lnTo>
                  <a:pt x="49445" y="222502"/>
                </a:lnTo>
                <a:lnTo>
                  <a:pt x="49445" y="230743"/>
                </a:lnTo>
                <a:cubicBezTo>
                  <a:pt x="49445" y="253508"/>
                  <a:pt x="67884" y="271947"/>
                  <a:pt x="90649" y="271947"/>
                </a:cubicBezTo>
                <a:lnTo>
                  <a:pt x="107130" y="271947"/>
                </a:lnTo>
                <a:cubicBezTo>
                  <a:pt x="129896" y="271947"/>
                  <a:pt x="148335" y="253508"/>
                  <a:pt x="148335" y="230743"/>
                </a:cubicBezTo>
                <a:lnTo>
                  <a:pt x="148335" y="222502"/>
                </a:lnTo>
                <a:close/>
                <a:moveTo>
                  <a:pt x="94769" y="57686"/>
                </a:moveTo>
                <a:cubicBezTo>
                  <a:pt x="74270" y="57686"/>
                  <a:pt x="57686" y="74270"/>
                  <a:pt x="57686" y="94769"/>
                </a:cubicBezTo>
                <a:cubicBezTo>
                  <a:pt x="57686" y="101619"/>
                  <a:pt x="52175" y="107130"/>
                  <a:pt x="45324" y="107130"/>
                </a:cubicBezTo>
                <a:cubicBezTo>
                  <a:pt x="38474" y="107130"/>
                  <a:pt x="32963" y="101619"/>
                  <a:pt x="32963" y="94769"/>
                </a:cubicBezTo>
                <a:cubicBezTo>
                  <a:pt x="32963" y="60621"/>
                  <a:pt x="60621" y="32963"/>
                  <a:pt x="94769" y="32963"/>
                </a:cubicBezTo>
                <a:cubicBezTo>
                  <a:pt x="101619" y="32963"/>
                  <a:pt x="107130" y="38474"/>
                  <a:pt x="107130" y="45324"/>
                </a:cubicBezTo>
                <a:cubicBezTo>
                  <a:pt x="107130" y="52175"/>
                  <a:pt x="101619" y="57686"/>
                  <a:pt x="94769" y="57686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29" name="Text 27"/>
          <p:cNvSpPr/>
          <p:nvPr/>
        </p:nvSpPr>
        <p:spPr>
          <a:xfrm>
            <a:off x="6864483" y="1772104"/>
            <a:ext cx="4808236" cy="316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76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30455" y="2299515"/>
            <a:ext cx="5098313" cy="57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4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project addresses critical challenges in modern software development and education: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530455" y="3117003"/>
            <a:ext cx="281286" cy="281286"/>
          </a:xfrm>
          <a:custGeom>
            <a:avLst/>
            <a:gdLst/>
            <a:ahLst/>
            <a:cxnLst/>
            <a:rect l="l" t="t" r="r" b="b"/>
            <a:pathLst>
              <a:path w="281286" h="281286">
                <a:moveTo>
                  <a:pt x="140643" y="0"/>
                </a:moveTo>
                <a:lnTo>
                  <a:pt x="140643" y="0"/>
                </a:lnTo>
                <a:cubicBezTo>
                  <a:pt x="218266" y="0"/>
                  <a:pt x="281286" y="63020"/>
                  <a:pt x="281286" y="140643"/>
                </a:cubicBezTo>
                <a:lnTo>
                  <a:pt x="281286" y="140643"/>
                </a:lnTo>
                <a:cubicBezTo>
                  <a:pt x="281286" y="218266"/>
                  <a:pt x="218266" y="281286"/>
                  <a:pt x="140643" y="281286"/>
                </a:cubicBezTo>
                <a:lnTo>
                  <a:pt x="140643" y="281286"/>
                </a:lnTo>
                <a:cubicBezTo>
                  <a:pt x="63020" y="281286"/>
                  <a:pt x="0" y="218266"/>
                  <a:pt x="0" y="140643"/>
                </a:cubicBezTo>
                <a:lnTo>
                  <a:pt x="0" y="140643"/>
                </a:lnTo>
                <a:cubicBezTo>
                  <a:pt x="0" y="63020"/>
                  <a:pt x="63020" y="0"/>
                  <a:pt x="140643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2" name="Text 30"/>
          <p:cNvSpPr/>
          <p:nvPr/>
        </p:nvSpPr>
        <p:spPr>
          <a:xfrm>
            <a:off x="6490899" y="3117003"/>
            <a:ext cx="360398" cy="28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46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17224" y="3081842"/>
            <a:ext cx="4702754" cy="492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6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Remote Teamwork:</a:t>
            </a:r>
            <a:r>
              <a:rPr lang="en-US" sz="1246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Enable seamless collaboration regardless of location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530455" y="3749897"/>
            <a:ext cx="281286" cy="281286"/>
          </a:xfrm>
          <a:custGeom>
            <a:avLst/>
            <a:gdLst/>
            <a:ahLst/>
            <a:cxnLst/>
            <a:rect l="l" t="t" r="r" b="b"/>
            <a:pathLst>
              <a:path w="281286" h="281286">
                <a:moveTo>
                  <a:pt x="140643" y="0"/>
                </a:moveTo>
                <a:lnTo>
                  <a:pt x="140643" y="0"/>
                </a:lnTo>
                <a:cubicBezTo>
                  <a:pt x="218266" y="0"/>
                  <a:pt x="281286" y="63020"/>
                  <a:pt x="281286" y="140643"/>
                </a:cubicBezTo>
                <a:lnTo>
                  <a:pt x="281286" y="140643"/>
                </a:lnTo>
                <a:cubicBezTo>
                  <a:pt x="281286" y="218266"/>
                  <a:pt x="218266" y="281286"/>
                  <a:pt x="140643" y="281286"/>
                </a:cubicBezTo>
                <a:lnTo>
                  <a:pt x="140643" y="281286"/>
                </a:lnTo>
                <a:cubicBezTo>
                  <a:pt x="63020" y="281286"/>
                  <a:pt x="0" y="218266"/>
                  <a:pt x="0" y="140643"/>
                </a:cubicBezTo>
                <a:lnTo>
                  <a:pt x="0" y="140643"/>
                </a:lnTo>
                <a:cubicBezTo>
                  <a:pt x="0" y="63020"/>
                  <a:pt x="63020" y="0"/>
                  <a:pt x="140643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5" name="Text 33"/>
          <p:cNvSpPr/>
          <p:nvPr/>
        </p:nvSpPr>
        <p:spPr>
          <a:xfrm>
            <a:off x="6490899" y="3749897"/>
            <a:ext cx="360398" cy="28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46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917224" y="3714736"/>
            <a:ext cx="4702754" cy="492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6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Interactive Learning:</a:t>
            </a:r>
            <a:r>
              <a:rPr lang="en-US" sz="1246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Support hands-on coding education and mentoring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530455" y="4382791"/>
            <a:ext cx="281286" cy="281286"/>
          </a:xfrm>
          <a:custGeom>
            <a:avLst/>
            <a:gdLst/>
            <a:ahLst/>
            <a:cxnLst/>
            <a:rect l="l" t="t" r="r" b="b"/>
            <a:pathLst>
              <a:path w="281286" h="281286">
                <a:moveTo>
                  <a:pt x="140643" y="0"/>
                </a:moveTo>
                <a:lnTo>
                  <a:pt x="140643" y="0"/>
                </a:lnTo>
                <a:cubicBezTo>
                  <a:pt x="218266" y="0"/>
                  <a:pt x="281286" y="63020"/>
                  <a:pt x="281286" y="140643"/>
                </a:cubicBezTo>
                <a:lnTo>
                  <a:pt x="281286" y="140643"/>
                </a:lnTo>
                <a:cubicBezTo>
                  <a:pt x="281286" y="218266"/>
                  <a:pt x="218266" y="281286"/>
                  <a:pt x="140643" y="281286"/>
                </a:cubicBezTo>
                <a:lnTo>
                  <a:pt x="140643" y="281286"/>
                </a:lnTo>
                <a:cubicBezTo>
                  <a:pt x="63020" y="281286"/>
                  <a:pt x="0" y="218266"/>
                  <a:pt x="0" y="140643"/>
                </a:cubicBezTo>
                <a:lnTo>
                  <a:pt x="0" y="140643"/>
                </a:lnTo>
                <a:cubicBezTo>
                  <a:pt x="0" y="63020"/>
                  <a:pt x="63020" y="0"/>
                  <a:pt x="140643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8" name="Text 36"/>
          <p:cNvSpPr/>
          <p:nvPr/>
        </p:nvSpPr>
        <p:spPr>
          <a:xfrm>
            <a:off x="6490899" y="4382791"/>
            <a:ext cx="360398" cy="28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46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17224" y="4347630"/>
            <a:ext cx="4702754" cy="492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6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Unified Platform:</a:t>
            </a:r>
            <a:r>
              <a:rPr lang="en-US" sz="1246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Combine editing, execution, and assistance in one tool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238621" y="5667918"/>
            <a:ext cx="1765071" cy="833310"/>
          </a:xfrm>
          <a:custGeom>
            <a:avLst/>
            <a:gdLst/>
            <a:ahLst/>
            <a:cxnLst/>
            <a:rect l="l" t="t" r="r" b="b"/>
            <a:pathLst>
              <a:path w="1765071" h="833310">
                <a:moveTo>
                  <a:pt x="70323" y="0"/>
                </a:moveTo>
                <a:lnTo>
                  <a:pt x="1694748" y="0"/>
                </a:lnTo>
                <a:cubicBezTo>
                  <a:pt x="1733586" y="0"/>
                  <a:pt x="1765071" y="31485"/>
                  <a:pt x="1765071" y="70323"/>
                </a:cubicBezTo>
                <a:lnTo>
                  <a:pt x="1765071" y="762987"/>
                </a:lnTo>
                <a:cubicBezTo>
                  <a:pt x="1765071" y="801800"/>
                  <a:pt x="1733560" y="833310"/>
                  <a:pt x="1694748" y="833310"/>
                </a:cubicBezTo>
                <a:lnTo>
                  <a:pt x="70323" y="833310"/>
                </a:lnTo>
                <a:cubicBezTo>
                  <a:pt x="31485" y="833310"/>
                  <a:pt x="0" y="801826"/>
                  <a:pt x="0" y="762987"/>
                </a:cubicBezTo>
                <a:lnTo>
                  <a:pt x="0" y="70323"/>
                </a:lnTo>
                <a:cubicBezTo>
                  <a:pt x="0" y="31485"/>
                  <a:pt x="31485" y="0"/>
                  <a:pt x="70323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30196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92270" y="5812077"/>
            <a:ext cx="263706" cy="263706"/>
          </a:xfrm>
          <a:custGeom>
            <a:avLst/>
            <a:gdLst/>
            <a:ahLst/>
            <a:cxnLst/>
            <a:rect l="l" t="t" r="r" b="b"/>
            <a:pathLst>
              <a:path w="263706" h="263706">
                <a:moveTo>
                  <a:pt x="181246" y="144214"/>
                </a:moveTo>
                <a:lnTo>
                  <a:pt x="82923" y="144214"/>
                </a:lnTo>
                <a:cubicBezTo>
                  <a:pt x="84417" y="177435"/>
                  <a:pt x="91782" y="208029"/>
                  <a:pt x="102238" y="230434"/>
                </a:cubicBezTo>
                <a:cubicBezTo>
                  <a:pt x="108109" y="243052"/>
                  <a:pt x="114444" y="251963"/>
                  <a:pt x="120316" y="257422"/>
                </a:cubicBezTo>
                <a:cubicBezTo>
                  <a:pt x="126084" y="262830"/>
                  <a:pt x="130050" y="263706"/>
                  <a:pt x="132110" y="263706"/>
                </a:cubicBezTo>
                <a:cubicBezTo>
                  <a:pt x="134171" y="263706"/>
                  <a:pt x="138137" y="262830"/>
                  <a:pt x="143905" y="257422"/>
                </a:cubicBezTo>
                <a:cubicBezTo>
                  <a:pt x="149777" y="251963"/>
                  <a:pt x="156112" y="243001"/>
                  <a:pt x="161983" y="230434"/>
                </a:cubicBezTo>
                <a:cubicBezTo>
                  <a:pt x="172439" y="208029"/>
                  <a:pt x="179804" y="177435"/>
                  <a:pt x="181298" y="144214"/>
                </a:cubicBezTo>
                <a:close/>
                <a:moveTo>
                  <a:pt x="82872" y="119492"/>
                </a:moveTo>
                <a:lnTo>
                  <a:pt x="181195" y="119492"/>
                </a:lnTo>
                <a:cubicBezTo>
                  <a:pt x="179753" y="86271"/>
                  <a:pt x="172387" y="55677"/>
                  <a:pt x="161932" y="33272"/>
                </a:cubicBezTo>
                <a:cubicBezTo>
                  <a:pt x="156060" y="20705"/>
                  <a:pt x="149725" y="11743"/>
                  <a:pt x="143854" y="6284"/>
                </a:cubicBezTo>
                <a:cubicBezTo>
                  <a:pt x="138085" y="876"/>
                  <a:pt x="134119" y="0"/>
                  <a:pt x="132059" y="0"/>
                </a:cubicBezTo>
                <a:cubicBezTo>
                  <a:pt x="129999" y="0"/>
                  <a:pt x="126033" y="876"/>
                  <a:pt x="120264" y="6284"/>
                </a:cubicBezTo>
                <a:cubicBezTo>
                  <a:pt x="114393" y="11743"/>
                  <a:pt x="108058" y="20705"/>
                  <a:pt x="102186" y="33272"/>
                </a:cubicBezTo>
                <a:cubicBezTo>
                  <a:pt x="91730" y="55677"/>
                  <a:pt x="84365" y="86271"/>
                  <a:pt x="82872" y="119492"/>
                </a:cubicBezTo>
                <a:close/>
                <a:moveTo>
                  <a:pt x="58149" y="119492"/>
                </a:moveTo>
                <a:cubicBezTo>
                  <a:pt x="59952" y="75403"/>
                  <a:pt x="71334" y="34457"/>
                  <a:pt x="87971" y="7571"/>
                </a:cubicBezTo>
                <a:cubicBezTo>
                  <a:pt x="40534" y="24362"/>
                  <a:pt x="5614" y="67575"/>
                  <a:pt x="773" y="119492"/>
                </a:cubicBezTo>
                <a:lnTo>
                  <a:pt x="58149" y="119492"/>
                </a:lnTo>
                <a:close/>
                <a:moveTo>
                  <a:pt x="773" y="144214"/>
                </a:moveTo>
                <a:cubicBezTo>
                  <a:pt x="5614" y="196131"/>
                  <a:pt x="40534" y="239344"/>
                  <a:pt x="87971" y="256135"/>
                </a:cubicBezTo>
                <a:cubicBezTo>
                  <a:pt x="71334" y="229249"/>
                  <a:pt x="59952" y="188302"/>
                  <a:pt x="58149" y="144214"/>
                </a:cubicBezTo>
                <a:lnTo>
                  <a:pt x="773" y="144214"/>
                </a:lnTo>
                <a:close/>
                <a:moveTo>
                  <a:pt x="205969" y="144214"/>
                </a:moveTo>
                <a:cubicBezTo>
                  <a:pt x="204166" y="188302"/>
                  <a:pt x="192783" y="229249"/>
                  <a:pt x="176147" y="256135"/>
                </a:cubicBezTo>
                <a:cubicBezTo>
                  <a:pt x="223583" y="239292"/>
                  <a:pt x="258504" y="196131"/>
                  <a:pt x="263345" y="144214"/>
                </a:cubicBezTo>
                <a:lnTo>
                  <a:pt x="205969" y="144214"/>
                </a:lnTo>
                <a:close/>
                <a:moveTo>
                  <a:pt x="263345" y="119492"/>
                </a:moveTo>
                <a:cubicBezTo>
                  <a:pt x="258504" y="67575"/>
                  <a:pt x="223583" y="24362"/>
                  <a:pt x="176147" y="7571"/>
                </a:cubicBezTo>
                <a:cubicBezTo>
                  <a:pt x="192783" y="34457"/>
                  <a:pt x="204166" y="75403"/>
                  <a:pt x="205969" y="119492"/>
                </a:cubicBezTo>
                <a:lnTo>
                  <a:pt x="263345" y="119492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2" name="Text 40"/>
          <p:cNvSpPr/>
          <p:nvPr/>
        </p:nvSpPr>
        <p:spPr>
          <a:xfrm>
            <a:off x="6347619" y="6146105"/>
            <a:ext cx="1547074" cy="210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7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Web-Based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152906" y="5667918"/>
            <a:ext cx="1765071" cy="833310"/>
          </a:xfrm>
          <a:custGeom>
            <a:avLst/>
            <a:gdLst/>
            <a:ahLst/>
            <a:cxnLst/>
            <a:rect l="l" t="t" r="r" b="b"/>
            <a:pathLst>
              <a:path w="1765071" h="833310">
                <a:moveTo>
                  <a:pt x="70323" y="0"/>
                </a:moveTo>
                <a:lnTo>
                  <a:pt x="1694748" y="0"/>
                </a:lnTo>
                <a:cubicBezTo>
                  <a:pt x="1733586" y="0"/>
                  <a:pt x="1765071" y="31485"/>
                  <a:pt x="1765071" y="70323"/>
                </a:cubicBezTo>
                <a:lnTo>
                  <a:pt x="1765071" y="762987"/>
                </a:lnTo>
                <a:cubicBezTo>
                  <a:pt x="1765071" y="801800"/>
                  <a:pt x="1733560" y="833310"/>
                  <a:pt x="1694748" y="833310"/>
                </a:cubicBezTo>
                <a:lnTo>
                  <a:pt x="70323" y="833310"/>
                </a:lnTo>
                <a:cubicBezTo>
                  <a:pt x="31485" y="833310"/>
                  <a:pt x="0" y="801826"/>
                  <a:pt x="0" y="762987"/>
                </a:cubicBezTo>
                <a:lnTo>
                  <a:pt x="0" y="70323"/>
                </a:lnTo>
                <a:cubicBezTo>
                  <a:pt x="0" y="31485"/>
                  <a:pt x="31485" y="0"/>
                  <a:pt x="70323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30196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923036" y="5812077"/>
            <a:ext cx="230743" cy="263706"/>
          </a:xfrm>
          <a:custGeom>
            <a:avLst/>
            <a:gdLst/>
            <a:ahLst/>
            <a:cxnLst/>
            <a:rect l="l" t="t" r="r" b="b"/>
            <a:pathLst>
              <a:path w="230743" h="263706">
                <a:moveTo>
                  <a:pt x="174499" y="-5099"/>
                </a:moveTo>
                <a:cubicBezTo>
                  <a:pt x="180628" y="-670"/>
                  <a:pt x="182894" y="7365"/>
                  <a:pt x="180113" y="14370"/>
                </a:cubicBezTo>
                <a:lnTo>
                  <a:pt x="139733" y="115371"/>
                </a:lnTo>
                <a:lnTo>
                  <a:pt x="214261" y="115371"/>
                </a:lnTo>
                <a:cubicBezTo>
                  <a:pt x="221214" y="115371"/>
                  <a:pt x="227395" y="119698"/>
                  <a:pt x="229764" y="126239"/>
                </a:cubicBezTo>
                <a:cubicBezTo>
                  <a:pt x="232133" y="132780"/>
                  <a:pt x="230125" y="140094"/>
                  <a:pt x="224820" y="144523"/>
                </a:cubicBezTo>
                <a:lnTo>
                  <a:pt x="76485" y="268135"/>
                </a:lnTo>
                <a:cubicBezTo>
                  <a:pt x="70665" y="272977"/>
                  <a:pt x="62373" y="273234"/>
                  <a:pt x="56244" y="268805"/>
                </a:cubicBezTo>
                <a:cubicBezTo>
                  <a:pt x="50114" y="264375"/>
                  <a:pt x="47848" y="256341"/>
                  <a:pt x="50629" y="249336"/>
                </a:cubicBezTo>
                <a:lnTo>
                  <a:pt x="91009" y="148335"/>
                </a:lnTo>
                <a:lnTo>
                  <a:pt x="16482" y="148335"/>
                </a:lnTo>
                <a:cubicBezTo>
                  <a:pt x="9528" y="148335"/>
                  <a:pt x="3348" y="144008"/>
                  <a:pt x="979" y="137467"/>
                </a:cubicBezTo>
                <a:cubicBezTo>
                  <a:pt x="-1391" y="130926"/>
                  <a:pt x="618" y="123612"/>
                  <a:pt x="5923" y="119183"/>
                </a:cubicBezTo>
                <a:lnTo>
                  <a:pt x="154258" y="-4429"/>
                </a:lnTo>
                <a:cubicBezTo>
                  <a:pt x="160078" y="-9271"/>
                  <a:pt x="168370" y="-9528"/>
                  <a:pt x="174499" y="-5099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5" name="Text 43"/>
          <p:cNvSpPr/>
          <p:nvPr/>
        </p:nvSpPr>
        <p:spPr>
          <a:xfrm>
            <a:off x="8261904" y="6146105"/>
            <a:ext cx="1547074" cy="210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7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Real-Time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0067190" y="5667918"/>
            <a:ext cx="1765071" cy="833310"/>
          </a:xfrm>
          <a:custGeom>
            <a:avLst/>
            <a:gdLst/>
            <a:ahLst/>
            <a:cxnLst/>
            <a:rect l="l" t="t" r="r" b="b"/>
            <a:pathLst>
              <a:path w="1765071" h="833310">
                <a:moveTo>
                  <a:pt x="70323" y="0"/>
                </a:moveTo>
                <a:lnTo>
                  <a:pt x="1694748" y="0"/>
                </a:lnTo>
                <a:cubicBezTo>
                  <a:pt x="1733586" y="0"/>
                  <a:pt x="1765071" y="31485"/>
                  <a:pt x="1765071" y="70323"/>
                </a:cubicBezTo>
                <a:lnTo>
                  <a:pt x="1765071" y="762987"/>
                </a:lnTo>
                <a:cubicBezTo>
                  <a:pt x="1765071" y="801800"/>
                  <a:pt x="1733560" y="833310"/>
                  <a:pt x="1694748" y="833310"/>
                </a:cubicBezTo>
                <a:lnTo>
                  <a:pt x="70323" y="833310"/>
                </a:lnTo>
                <a:cubicBezTo>
                  <a:pt x="31485" y="833310"/>
                  <a:pt x="0" y="801826"/>
                  <a:pt x="0" y="762987"/>
                </a:cubicBezTo>
                <a:lnTo>
                  <a:pt x="0" y="70323"/>
                </a:lnTo>
                <a:cubicBezTo>
                  <a:pt x="0" y="31485"/>
                  <a:pt x="31485" y="0"/>
                  <a:pt x="70323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30196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820840" y="5812077"/>
            <a:ext cx="263706" cy="263706"/>
          </a:xfrm>
          <a:custGeom>
            <a:avLst/>
            <a:gdLst/>
            <a:ahLst/>
            <a:cxnLst/>
            <a:rect l="l" t="t" r="r" b="b"/>
            <a:pathLst>
              <a:path w="263706" h="263706">
                <a:moveTo>
                  <a:pt x="65926" y="164816"/>
                </a:moveTo>
                <a:lnTo>
                  <a:pt x="12619" y="164816"/>
                </a:lnTo>
                <a:cubicBezTo>
                  <a:pt x="-206" y="164816"/>
                  <a:pt x="-8086" y="150858"/>
                  <a:pt x="-1494" y="139836"/>
                </a:cubicBezTo>
                <a:lnTo>
                  <a:pt x="25753" y="94409"/>
                </a:lnTo>
                <a:cubicBezTo>
                  <a:pt x="30233" y="86941"/>
                  <a:pt x="38268" y="82408"/>
                  <a:pt x="46973" y="82408"/>
                </a:cubicBezTo>
                <a:lnTo>
                  <a:pt x="95902" y="82408"/>
                </a:lnTo>
                <a:cubicBezTo>
                  <a:pt x="135098" y="16018"/>
                  <a:pt x="193556" y="12670"/>
                  <a:pt x="232648" y="18387"/>
                </a:cubicBezTo>
                <a:cubicBezTo>
                  <a:pt x="239241" y="19366"/>
                  <a:pt x="244391" y="24516"/>
                  <a:pt x="245319" y="31058"/>
                </a:cubicBezTo>
                <a:cubicBezTo>
                  <a:pt x="251036" y="70150"/>
                  <a:pt x="247688" y="128608"/>
                  <a:pt x="181298" y="167803"/>
                </a:cubicBezTo>
                <a:lnTo>
                  <a:pt x="181298" y="216733"/>
                </a:lnTo>
                <a:cubicBezTo>
                  <a:pt x="181298" y="225438"/>
                  <a:pt x="176765" y="233472"/>
                  <a:pt x="169297" y="237953"/>
                </a:cubicBezTo>
                <a:lnTo>
                  <a:pt x="123870" y="265199"/>
                </a:lnTo>
                <a:cubicBezTo>
                  <a:pt x="112899" y="271792"/>
                  <a:pt x="98890" y="263860"/>
                  <a:pt x="98890" y="251087"/>
                </a:cubicBezTo>
                <a:lnTo>
                  <a:pt x="98890" y="197779"/>
                </a:lnTo>
                <a:cubicBezTo>
                  <a:pt x="98890" y="179598"/>
                  <a:pt x="84108" y="164816"/>
                  <a:pt x="65926" y="164816"/>
                </a:cubicBezTo>
                <a:lnTo>
                  <a:pt x="65875" y="164816"/>
                </a:lnTo>
                <a:close/>
                <a:moveTo>
                  <a:pt x="206020" y="82408"/>
                </a:moveTo>
                <a:cubicBezTo>
                  <a:pt x="206020" y="68763"/>
                  <a:pt x="194942" y="57686"/>
                  <a:pt x="181298" y="57686"/>
                </a:cubicBezTo>
                <a:cubicBezTo>
                  <a:pt x="167653" y="57686"/>
                  <a:pt x="156575" y="68763"/>
                  <a:pt x="156575" y="82408"/>
                </a:cubicBezTo>
                <a:cubicBezTo>
                  <a:pt x="156575" y="96053"/>
                  <a:pt x="167653" y="107130"/>
                  <a:pt x="181298" y="107130"/>
                </a:cubicBezTo>
                <a:cubicBezTo>
                  <a:pt x="194942" y="107130"/>
                  <a:pt x="206020" y="96053"/>
                  <a:pt x="206020" y="82408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8" name="Text 46"/>
          <p:cNvSpPr/>
          <p:nvPr/>
        </p:nvSpPr>
        <p:spPr>
          <a:xfrm>
            <a:off x="10176189" y="6146105"/>
            <a:ext cx="1547074" cy="210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7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Integrated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6364" y="346364"/>
            <a:ext cx="69273" cy="554182"/>
          </a:xfrm>
          <a:custGeom>
            <a:avLst/>
            <a:gdLst/>
            <a:ahLst/>
            <a:cxnLst/>
            <a:rect l="l" t="t" r="r" b="b"/>
            <a:pathLst>
              <a:path w="69273" h="554182">
                <a:moveTo>
                  <a:pt x="0" y="0"/>
                </a:moveTo>
                <a:lnTo>
                  <a:pt x="69273" y="0"/>
                </a:lnTo>
                <a:lnTo>
                  <a:pt x="69273" y="554182"/>
                </a:lnTo>
                <a:lnTo>
                  <a:pt x="0" y="554182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" name="Text 1"/>
          <p:cNvSpPr/>
          <p:nvPr/>
        </p:nvSpPr>
        <p:spPr>
          <a:xfrm>
            <a:off x="554182" y="415636"/>
            <a:ext cx="3749386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273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307748" y="1676400"/>
            <a:ext cx="684068" cy="554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45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21755" y="1479044"/>
            <a:ext cx="10679109" cy="3614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Real-Time Collaborative Code Editor (Development teams need a platform where multiple programmers can join a shared workspace and simultaneously edit, run, and debug code in real-time)</a:t>
            </a:r>
            <a:endParaRPr lang="en-US" sz="4000" dirty="0"/>
          </a:p>
        </p:txBody>
      </p:sp>
      <p:sp>
        <p:nvSpPr>
          <p:cNvPr id="47" name="Shape 45"/>
          <p:cNvSpPr/>
          <p:nvPr/>
        </p:nvSpPr>
        <p:spPr>
          <a:xfrm>
            <a:off x="2668037" y="5197065"/>
            <a:ext cx="207818" cy="207818"/>
          </a:xfrm>
          <a:custGeom>
            <a:avLst/>
            <a:gdLst/>
            <a:ahLst/>
            <a:cxnLst/>
            <a:rect l="l" t="t" r="r" b="b"/>
            <a:pathLst>
              <a:path w="207818" h="207818">
                <a:moveTo>
                  <a:pt x="204003" y="113082"/>
                </a:moveTo>
                <a:cubicBezTo>
                  <a:pt x="209076" y="108009"/>
                  <a:pt x="209076" y="99769"/>
                  <a:pt x="204003" y="94695"/>
                </a:cubicBezTo>
                <a:lnTo>
                  <a:pt x="139060" y="29752"/>
                </a:lnTo>
                <a:cubicBezTo>
                  <a:pt x="133986" y="24678"/>
                  <a:pt x="125746" y="24678"/>
                  <a:pt x="120673" y="29752"/>
                </a:cubicBezTo>
                <a:cubicBezTo>
                  <a:pt x="115599" y="34826"/>
                  <a:pt x="115599" y="43065"/>
                  <a:pt x="120673" y="48139"/>
                </a:cubicBezTo>
                <a:lnTo>
                  <a:pt x="163454" y="90920"/>
                </a:lnTo>
                <a:lnTo>
                  <a:pt x="12989" y="90920"/>
                </a:lnTo>
                <a:cubicBezTo>
                  <a:pt x="5804" y="90920"/>
                  <a:pt x="0" y="96725"/>
                  <a:pt x="0" y="103909"/>
                </a:cubicBezTo>
                <a:cubicBezTo>
                  <a:pt x="0" y="111093"/>
                  <a:pt x="5804" y="116898"/>
                  <a:pt x="12989" y="116898"/>
                </a:cubicBezTo>
                <a:lnTo>
                  <a:pt x="163454" y="116898"/>
                </a:lnTo>
                <a:lnTo>
                  <a:pt x="120673" y="159679"/>
                </a:lnTo>
                <a:cubicBezTo>
                  <a:pt x="115599" y="164753"/>
                  <a:pt x="115599" y="172992"/>
                  <a:pt x="120673" y="178066"/>
                </a:cubicBezTo>
                <a:cubicBezTo>
                  <a:pt x="125746" y="183140"/>
                  <a:pt x="133986" y="183140"/>
                  <a:pt x="139060" y="178066"/>
                </a:cubicBezTo>
                <a:lnTo>
                  <a:pt x="204003" y="11312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8" name="Text 46"/>
          <p:cNvSpPr/>
          <p:nvPr/>
        </p:nvSpPr>
        <p:spPr>
          <a:xfrm>
            <a:off x="554182" y="5151859"/>
            <a:ext cx="11272562" cy="277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36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unified, web-based collaborative editor addresses all three challenges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63500" cy="381000"/>
          </a:xfrm>
          <a:custGeom>
            <a:avLst/>
            <a:gdLst/>
            <a:ahLst/>
            <a:cxnLst/>
            <a:rect l="l" t="t" r="r" b="b"/>
            <a:pathLst>
              <a:path w="63500" h="381000">
                <a:moveTo>
                  <a:pt x="0" y="0"/>
                </a:moveTo>
                <a:lnTo>
                  <a:pt x="63500" y="0"/>
                </a:lnTo>
                <a:lnTo>
                  <a:pt x="635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" name="Text 1"/>
          <p:cNvSpPr/>
          <p:nvPr/>
        </p:nvSpPr>
        <p:spPr>
          <a:xfrm>
            <a:off x="508000" y="349250"/>
            <a:ext cx="2405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675" y="1114425"/>
            <a:ext cx="7570788" cy="1371600"/>
          </a:xfrm>
          <a:custGeom>
            <a:avLst/>
            <a:gdLst/>
            <a:ahLst/>
            <a:cxnLst/>
            <a:rect l="l" t="t" r="r" b="b"/>
            <a:pathLst>
              <a:path w="7570788" h="1371600">
                <a:moveTo>
                  <a:pt x="63505" y="0"/>
                </a:moveTo>
                <a:lnTo>
                  <a:pt x="7507282" y="0"/>
                </a:lnTo>
                <a:cubicBezTo>
                  <a:pt x="7542355" y="0"/>
                  <a:pt x="7570788" y="28432"/>
                  <a:pt x="7570788" y="63505"/>
                </a:cubicBezTo>
                <a:lnTo>
                  <a:pt x="7570788" y="1308095"/>
                </a:lnTo>
                <a:cubicBezTo>
                  <a:pt x="7570788" y="1343168"/>
                  <a:pt x="7542355" y="1371600"/>
                  <a:pt x="7507282" y="1371600"/>
                </a:cubicBezTo>
                <a:lnTo>
                  <a:pt x="63505" y="1371600"/>
                </a:lnTo>
                <a:cubicBezTo>
                  <a:pt x="28432" y="1371600"/>
                  <a:pt x="0" y="1343168"/>
                  <a:pt x="0" y="13080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9100" y="1355625"/>
            <a:ext cx="889000" cy="889000"/>
          </a:xfrm>
          <a:custGeom>
            <a:avLst/>
            <a:gdLst/>
            <a:ahLst/>
            <a:cxnLst/>
            <a:rect l="l" t="t" r="r" b="b"/>
            <a:pathLst>
              <a:path w="889000" h="889000">
                <a:moveTo>
                  <a:pt x="63501" y="0"/>
                </a:moveTo>
                <a:lnTo>
                  <a:pt x="825499" y="0"/>
                </a:lnTo>
                <a:cubicBezTo>
                  <a:pt x="860570" y="0"/>
                  <a:pt x="889000" y="28430"/>
                  <a:pt x="889000" y="63501"/>
                </a:cubicBezTo>
                <a:lnTo>
                  <a:pt x="889000" y="825499"/>
                </a:lnTo>
                <a:cubicBezTo>
                  <a:pt x="889000" y="860570"/>
                  <a:pt x="860570" y="889000"/>
                  <a:pt x="825499" y="889000"/>
                </a:cubicBezTo>
                <a:lnTo>
                  <a:pt x="63501" y="889000"/>
                </a:lnTo>
                <a:cubicBezTo>
                  <a:pt x="28430" y="889000"/>
                  <a:pt x="0" y="860570"/>
                  <a:pt x="0" y="825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4DB6AC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96913" y="1609625"/>
            <a:ext cx="333375" cy="381000"/>
          </a:xfrm>
          <a:custGeom>
            <a:avLst/>
            <a:gdLst/>
            <a:ahLst/>
            <a:cxnLst/>
            <a:rect l="l" t="t" r="r" b="b"/>
            <a:pathLst>
              <a:path w="333375" h="381000">
                <a:moveTo>
                  <a:pt x="333375" y="153144"/>
                </a:moveTo>
                <a:cubicBezTo>
                  <a:pt x="322362" y="160437"/>
                  <a:pt x="309711" y="166315"/>
                  <a:pt x="296540" y="171004"/>
                </a:cubicBezTo>
                <a:cubicBezTo>
                  <a:pt x="261565" y="183505"/>
                  <a:pt x="215652" y="190500"/>
                  <a:pt x="166688" y="190500"/>
                </a:cubicBezTo>
                <a:cubicBezTo>
                  <a:pt x="117723" y="190500"/>
                  <a:pt x="71735" y="183431"/>
                  <a:pt x="36835" y="171004"/>
                </a:cubicBezTo>
                <a:cubicBezTo>
                  <a:pt x="23738" y="166315"/>
                  <a:pt x="11013" y="160437"/>
                  <a:pt x="0" y="153144"/>
                </a:cubicBezTo>
                <a:lnTo>
                  <a:pt x="0" y="214313"/>
                </a:lnTo>
                <a:cubicBezTo>
                  <a:pt x="0" y="247204"/>
                  <a:pt x="74637" y="273844"/>
                  <a:pt x="166688" y="273844"/>
                </a:cubicBezTo>
                <a:cubicBezTo>
                  <a:pt x="258738" y="273844"/>
                  <a:pt x="333375" y="247204"/>
                  <a:pt x="333375" y="214313"/>
                </a:cubicBezTo>
                <a:lnTo>
                  <a:pt x="333375" y="153144"/>
                </a:lnTo>
                <a:close/>
                <a:moveTo>
                  <a:pt x="333375" y="95250"/>
                </a:moveTo>
                <a:lnTo>
                  <a:pt x="333375" y="59531"/>
                </a:lnTo>
                <a:cubicBezTo>
                  <a:pt x="333375" y="26640"/>
                  <a:pt x="258738" y="0"/>
                  <a:pt x="166688" y="0"/>
                </a:cubicBezTo>
                <a:cubicBezTo>
                  <a:pt x="74637" y="0"/>
                  <a:pt x="0" y="26640"/>
                  <a:pt x="0" y="59531"/>
                </a:cubicBezTo>
                <a:lnTo>
                  <a:pt x="0" y="95250"/>
                </a:lnTo>
                <a:cubicBezTo>
                  <a:pt x="0" y="128141"/>
                  <a:pt x="74637" y="154781"/>
                  <a:pt x="166688" y="154781"/>
                </a:cubicBezTo>
                <a:cubicBezTo>
                  <a:pt x="258738" y="154781"/>
                  <a:pt x="333375" y="128141"/>
                  <a:pt x="333375" y="95250"/>
                </a:cubicBezTo>
                <a:close/>
                <a:moveTo>
                  <a:pt x="296540" y="290066"/>
                </a:moveTo>
                <a:cubicBezTo>
                  <a:pt x="261640" y="302493"/>
                  <a:pt x="215726" y="309563"/>
                  <a:pt x="166688" y="309563"/>
                </a:cubicBezTo>
                <a:cubicBezTo>
                  <a:pt x="117649" y="309563"/>
                  <a:pt x="71735" y="302493"/>
                  <a:pt x="36835" y="290066"/>
                </a:cubicBezTo>
                <a:cubicBezTo>
                  <a:pt x="23738" y="285378"/>
                  <a:pt x="11013" y="279499"/>
                  <a:pt x="0" y="272207"/>
                </a:cubicBezTo>
                <a:lnTo>
                  <a:pt x="0" y="321469"/>
                </a:lnTo>
                <a:cubicBezTo>
                  <a:pt x="0" y="354360"/>
                  <a:pt x="74637" y="381000"/>
                  <a:pt x="166688" y="381000"/>
                </a:cubicBezTo>
                <a:cubicBezTo>
                  <a:pt x="258738" y="381000"/>
                  <a:pt x="333375" y="354360"/>
                  <a:pt x="333375" y="321469"/>
                </a:cubicBezTo>
                <a:lnTo>
                  <a:pt x="333375" y="272207"/>
                </a:lnTo>
                <a:cubicBezTo>
                  <a:pt x="322362" y="279499"/>
                  <a:pt x="309711" y="285378"/>
                  <a:pt x="296540" y="290066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8" name="Text 6"/>
          <p:cNvSpPr/>
          <p:nvPr/>
        </p:nvSpPr>
        <p:spPr>
          <a:xfrm>
            <a:off x="1435100" y="1212848"/>
            <a:ext cx="6453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MySQL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35100" y="1530250"/>
            <a:ext cx="6421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IN" sz="1000" dirty="0">
                <a:solidFill>
                  <a:srgbClr val="A0AAB3"/>
                </a:solidFill>
                <a:latin typeface="Quattrocento Sans" pitchFamily="34" charset="0"/>
              </a:rPr>
              <a:t>Relational database management system for structured data storage</a:t>
            </a:r>
            <a:endParaRPr lang="en-US" sz="1000" dirty="0">
              <a:solidFill>
                <a:srgbClr val="A0AAB3"/>
              </a:solidFill>
              <a:latin typeface="Quattrocento Sans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482725" y="178425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1" name="Text 9"/>
          <p:cNvSpPr/>
          <p:nvPr/>
        </p:nvSpPr>
        <p:spPr>
          <a:xfrm>
            <a:off x="1657350" y="1752500"/>
            <a:ext cx="260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Stores users, workspaces, files, version history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482725" y="200650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3" name="Text 11"/>
          <p:cNvSpPr/>
          <p:nvPr/>
        </p:nvSpPr>
        <p:spPr>
          <a:xfrm>
            <a:off x="1657350" y="1974750"/>
            <a:ext cx="336251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</a:rPr>
              <a:t>Uses tables, rows, and columns with predefined schemas</a:t>
            </a:r>
          </a:p>
        </p:txBody>
      </p:sp>
      <p:sp>
        <p:nvSpPr>
          <p:cNvPr id="14" name="Shape 12"/>
          <p:cNvSpPr/>
          <p:nvPr/>
        </p:nvSpPr>
        <p:spPr>
          <a:xfrm>
            <a:off x="1482725" y="222875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5" name="Text 13"/>
          <p:cNvSpPr/>
          <p:nvPr/>
        </p:nvSpPr>
        <p:spPr>
          <a:xfrm>
            <a:off x="1657350" y="2196999"/>
            <a:ext cx="3362519" cy="199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000" dirty="0">
                <a:solidFill>
                  <a:srgbClr val="EAEAEA"/>
                </a:solidFill>
                <a:latin typeface="Quattrocento Sans" pitchFamily="34" charset="0"/>
              </a:rPr>
              <a:t>Supports SQL queries for efficient data retrieval and updates</a:t>
            </a:r>
          </a:p>
        </p:txBody>
      </p:sp>
      <p:sp>
        <p:nvSpPr>
          <p:cNvPr id="16" name="Shape 14"/>
          <p:cNvSpPr/>
          <p:nvPr/>
        </p:nvSpPr>
        <p:spPr>
          <a:xfrm>
            <a:off x="320675" y="2619275"/>
            <a:ext cx="7570788" cy="1371600"/>
          </a:xfrm>
          <a:custGeom>
            <a:avLst/>
            <a:gdLst/>
            <a:ahLst/>
            <a:cxnLst/>
            <a:rect l="l" t="t" r="r" b="b"/>
            <a:pathLst>
              <a:path w="7570788" h="1371600">
                <a:moveTo>
                  <a:pt x="63505" y="0"/>
                </a:moveTo>
                <a:lnTo>
                  <a:pt x="7507282" y="0"/>
                </a:lnTo>
                <a:cubicBezTo>
                  <a:pt x="7542355" y="0"/>
                  <a:pt x="7570788" y="28432"/>
                  <a:pt x="7570788" y="63505"/>
                </a:cubicBezTo>
                <a:lnTo>
                  <a:pt x="7570788" y="1308095"/>
                </a:lnTo>
                <a:cubicBezTo>
                  <a:pt x="7570788" y="1343168"/>
                  <a:pt x="7542355" y="1371600"/>
                  <a:pt x="7507282" y="1371600"/>
                </a:cubicBezTo>
                <a:lnTo>
                  <a:pt x="63505" y="1371600"/>
                </a:lnTo>
                <a:cubicBezTo>
                  <a:pt x="28432" y="1371600"/>
                  <a:pt x="0" y="1343168"/>
                  <a:pt x="0" y="13080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A0AAB3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100" y="2860477"/>
            <a:ext cx="889000" cy="889000"/>
          </a:xfrm>
          <a:custGeom>
            <a:avLst/>
            <a:gdLst/>
            <a:ahLst/>
            <a:cxnLst/>
            <a:rect l="l" t="t" r="r" b="b"/>
            <a:pathLst>
              <a:path w="889000" h="889000">
                <a:moveTo>
                  <a:pt x="63501" y="0"/>
                </a:moveTo>
                <a:lnTo>
                  <a:pt x="825499" y="0"/>
                </a:lnTo>
                <a:cubicBezTo>
                  <a:pt x="860570" y="0"/>
                  <a:pt x="889000" y="28430"/>
                  <a:pt x="889000" y="63501"/>
                </a:cubicBezTo>
                <a:lnTo>
                  <a:pt x="889000" y="825499"/>
                </a:lnTo>
                <a:cubicBezTo>
                  <a:pt x="889000" y="860570"/>
                  <a:pt x="860570" y="889000"/>
                  <a:pt x="825499" y="889000"/>
                </a:cubicBezTo>
                <a:lnTo>
                  <a:pt x="63501" y="889000"/>
                </a:lnTo>
                <a:cubicBezTo>
                  <a:pt x="28430" y="889000"/>
                  <a:pt x="0" y="860570"/>
                  <a:pt x="0" y="825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A0AAB3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96913" y="3114477"/>
            <a:ext cx="333375" cy="381000"/>
          </a:xfrm>
          <a:custGeom>
            <a:avLst/>
            <a:gdLst/>
            <a:ahLst/>
            <a:cxnLst/>
            <a:rect l="l" t="t" r="r" b="b"/>
            <a:pathLst>
              <a:path w="333375" h="381000">
                <a:moveTo>
                  <a:pt x="47625" y="23812"/>
                </a:moveTo>
                <a:cubicBezTo>
                  <a:pt x="21357" y="23812"/>
                  <a:pt x="0" y="45169"/>
                  <a:pt x="0" y="71438"/>
                </a:cubicBezTo>
                <a:lnTo>
                  <a:pt x="0" y="119063"/>
                </a:lnTo>
                <a:cubicBezTo>
                  <a:pt x="0" y="145331"/>
                  <a:pt x="21357" y="166688"/>
                  <a:pt x="47625" y="166688"/>
                </a:cubicBezTo>
                <a:lnTo>
                  <a:pt x="285750" y="166688"/>
                </a:lnTo>
                <a:cubicBezTo>
                  <a:pt x="312018" y="166688"/>
                  <a:pt x="333375" y="145331"/>
                  <a:pt x="333375" y="119063"/>
                </a:cubicBezTo>
                <a:lnTo>
                  <a:pt x="333375" y="71438"/>
                </a:lnTo>
                <a:cubicBezTo>
                  <a:pt x="333375" y="45169"/>
                  <a:pt x="312018" y="23812"/>
                  <a:pt x="285750" y="23812"/>
                </a:cubicBezTo>
                <a:lnTo>
                  <a:pt x="47625" y="23812"/>
                </a:lnTo>
                <a:close/>
                <a:moveTo>
                  <a:pt x="208359" y="77391"/>
                </a:moveTo>
                <a:cubicBezTo>
                  <a:pt x="218216" y="77391"/>
                  <a:pt x="226219" y="85393"/>
                  <a:pt x="226219" y="95250"/>
                </a:cubicBezTo>
                <a:cubicBezTo>
                  <a:pt x="226219" y="105107"/>
                  <a:pt x="218216" y="113109"/>
                  <a:pt x="208359" y="113109"/>
                </a:cubicBezTo>
                <a:cubicBezTo>
                  <a:pt x="198503" y="113109"/>
                  <a:pt x="190500" y="105107"/>
                  <a:pt x="190500" y="95250"/>
                </a:cubicBezTo>
                <a:cubicBezTo>
                  <a:pt x="190500" y="85393"/>
                  <a:pt x="198503" y="77391"/>
                  <a:pt x="208359" y="77391"/>
                </a:cubicBezTo>
                <a:close/>
                <a:moveTo>
                  <a:pt x="250031" y="95250"/>
                </a:moveTo>
                <a:cubicBezTo>
                  <a:pt x="250031" y="85393"/>
                  <a:pt x="258034" y="77391"/>
                  <a:pt x="267891" y="77391"/>
                </a:cubicBezTo>
                <a:cubicBezTo>
                  <a:pt x="277747" y="77391"/>
                  <a:pt x="285750" y="85393"/>
                  <a:pt x="285750" y="95250"/>
                </a:cubicBezTo>
                <a:cubicBezTo>
                  <a:pt x="285750" y="105107"/>
                  <a:pt x="277747" y="113109"/>
                  <a:pt x="267891" y="113109"/>
                </a:cubicBezTo>
                <a:cubicBezTo>
                  <a:pt x="258034" y="113109"/>
                  <a:pt x="250031" y="105107"/>
                  <a:pt x="250031" y="95250"/>
                </a:cubicBezTo>
                <a:close/>
                <a:moveTo>
                  <a:pt x="47625" y="214313"/>
                </a:moveTo>
                <a:cubicBezTo>
                  <a:pt x="21357" y="214313"/>
                  <a:pt x="0" y="235669"/>
                  <a:pt x="0" y="261938"/>
                </a:cubicBezTo>
                <a:lnTo>
                  <a:pt x="0" y="309563"/>
                </a:lnTo>
                <a:cubicBezTo>
                  <a:pt x="0" y="335831"/>
                  <a:pt x="21357" y="357188"/>
                  <a:pt x="47625" y="357188"/>
                </a:cubicBezTo>
                <a:lnTo>
                  <a:pt x="285750" y="357188"/>
                </a:lnTo>
                <a:cubicBezTo>
                  <a:pt x="312018" y="357188"/>
                  <a:pt x="333375" y="335831"/>
                  <a:pt x="333375" y="309563"/>
                </a:cubicBezTo>
                <a:lnTo>
                  <a:pt x="333375" y="261938"/>
                </a:lnTo>
                <a:cubicBezTo>
                  <a:pt x="333375" y="235669"/>
                  <a:pt x="312018" y="214313"/>
                  <a:pt x="285750" y="214313"/>
                </a:cubicBezTo>
                <a:lnTo>
                  <a:pt x="47625" y="214313"/>
                </a:lnTo>
                <a:close/>
                <a:moveTo>
                  <a:pt x="208359" y="267891"/>
                </a:moveTo>
                <a:cubicBezTo>
                  <a:pt x="218216" y="267891"/>
                  <a:pt x="226219" y="275893"/>
                  <a:pt x="226219" y="285750"/>
                </a:cubicBezTo>
                <a:cubicBezTo>
                  <a:pt x="226219" y="295607"/>
                  <a:pt x="218216" y="303609"/>
                  <a:pt x="208359" y="303609"/>
                </a:cubicBezTo>
                <a:cubicBezTo>
                  <a:pt x="198503" y="303609"/>
                  <a:pt x="190500" y="295607"/>
                  <a:pt x="190500" y="285750"/>
                </a:cubicBezTo>
                <a:cubicBezTo>
                  <a:pt x="190500" y="275893"/>
                  <a:pt x="198503" y="267891"/>
                  <a:pt x="208359" y="267891"/>
                </a:cubicBezTo>
                <a:close/>
                <a:moveTo>
                  <a:pt x="250031" y="285750"/>
                </a:moveTo>
                <a:cubicBezTo>
                  <a:pt x="250031" y="275893"/>
                  <a:pt x="258034" y="267891"/>
                  <a:pt x="267891" y="267891"/>
                </a:cubicBezTo>
                <a:cubicBezTo>
                  <a:pt x="277747" y="267891"/>
                  <a:pt x="285750" y="275893"/>
                  <a:pt x="285750" y="285750"/>
                </a:cubicBezTo>
                <a:cubicBezTo>
                  <a:pt x="285750" y="295607"/>
                  <a:pt x="277747" y="303609"/>
                  <a:pt x="267891" y="303609"/>
                </a:cubicBezTo>
                <a:cubicBezTo>
                  <a:pt x="258034" y="303609"/>
                  <a:pt x="250031" y="295607"/>
                  <a:pt x="250031" y="28575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19" name="Text 17"/>
          <p:cNvSpPr/>
          <p:nvPr/>
        </p:nvSpPr>
        <p:spPr>
          <a:xfrm>
            <a:off x="1435100" y="2717700"/>
            <a:ext cx="6453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Express.js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35100" y="3035102"/>
            <a:ext cx="6421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Minimalist backend framework for Node.js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482725" y="3289102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2" name="Text 20"/>
          <p:cNvSpPr/>
          <p:nvPr/>
        </p:nvSpPr>
        <p:spPr>
          <a:xfrm>
            <a:off x="1657350" y="3257352"/>
            <a:ext cx="2436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RESTful API endpoints for CRUD operations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482725" y="3511352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4" name="Text 22"/>
          <p:cNvSpPr/>
          <p:nvPr/>
        </p:nvSpPr>
        <p:spPr>
          <a:xfrm>
            <a:off x="1657350" y="3479602"/>
            <a:ext cx="255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Middleware for authentication, logging, CORS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482725" y="3733602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6" name="Text 24"/>
          <p:cNvSpPr/>
          <p:nvPr/>
        </p:nvSpPr>
        <p:spPr>
          <a:xfrm>
            <a:off x="1657350" y="3701852"/>
            <a:ext cx="2262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 request routing and error handling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20675" y="4124125"/>
            <a:ext cx="7570788" cy="1371600"/>
          </a:xfrm>
          <a:custGeom>
            <a:avLst/>
            <a:gdLst/>
            <a:ahLst/>
            <a:cxnLst/>
            <a:rect l="l" t="t" r="r" b="b"/>
            <a:pathLst>
              <a:path w="7570788" h="1371600">
                <a:moveTo>
                  <a:pt x="63505" y="0"/>
                </a:moveTo>
                <a:lnTo>
                  <a:pt x="7507282" y="0"/>
                </a:lnTo>
                <a:cubicBezTo>
                  <a:pt x="7542355" y="0"/>
                  <a:pt x="7570788" y="28432"/>
                  <a:pt x="7570788" y="63505"/>
                </a:cubicBezTo>
                <a:lnTo>
                  <a:pt x="7570788" y="1308095"/>
                </a:lnTo>
                <a:cubicBezTo>
                  <a:pt x="7570788" y="1343168"/>
                  <a:pt x="7542355" y="1371600"/>
                  <a:pt x="7507282" y="1371600"/>
                </a:cubicBezTo>
                <a:lnTo>
                  <a:pt x="63505" y="1371600"/>
                </a:lnTo>
                <a:cubicBezTo>
                  <a:pt x="28432" y="1371600"/>
                  <a:pt x="0" y="1343168"/>
                  <a:pt x="0" y="13080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4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9100" y="4365327"/>
            <a:ext cx="889000" cy="889000"/>
          </a:xfrm>
          <a:custGeom>
            <a:avLst/>
            <a:gdLst/>
            <a:ahLst/>
            <a:cxnLst/>
            <a:rect l="l" t="t" r="r" b="b"/>
            <a:pathLst>
              <a:path w="889000" h="889000">
                <a:moveTo>
                  <a:pt x="63501" y="0"/>
                </a:moveTo>
                <a:lnTo>
                  <a:pt x="825499" y="0"/>
                </a:lnTo>
                <a:cubicBezTo>
                  <a:pt x="860570" y="0"/>
                  <a:pt x="889000" y="28430"/>
                  <a:pt x="889000" y="63501"/>
                </a:cubicBezTo>
                <a:lnTo>
                  <a:pt x="889000" y="825499"/>
                </a:lnTo>
                <a:cubicBezTo>
                  <a:pt x="889000" y="860570"/>
                  <a:pt x="860570" y="889000"/>
                  <a:pt x="825499" y="889000"/>
                </a:cubicBezTo>
                <a:lnTo>
                  <a:pt x="63501" y="889000"/>
                </a:lnTo>
                <a:cubicBezTo>
                  <a:pt x="28430" y="889000"/>
                  <a:pt x="0" y="860570"/>
                  <a:pt x="0" y="825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4DB6AC">
              <a:alpha val="2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73100" y="4619327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311200" y="131862"/>
                </a:moveTo>
                <a:cubicBezTo>
                  <a:pt x="307181" y="130522"/>
                  <a:pt x="303163" y="129257"/>
                  <a:pt x="299145" y="128067"/>
                </a:cubicBezTo>
                <a:cubicBezTo>
                  <a:pt x="299814" y="125313"/>
                  <a:pt x="300410" y="122560"/>
                  <a:pt x="301005" y="119807"/>
                </a:cubicBezTo>
                <a:cubicBezTo>
                  <a:pt x="310158" y="75456"/>
                  <a:pt x="304130" y="39812"/>
                  <a:pt x="283815" y="28054"/>
                </a:cubicBezTo>
                <a:cubicBezTo>
                  <a:pt x="264244" y="16818"/>
                  <a:pt x="232321" y="28501"/>
                  <a:pt x="200025" y="56629"/>
                </a:cubicBezTo>
                <a:cubicBezTo>
                  <a:pt x="196825" y="59382"/>
                  <a:pt x="193700" y="62285"/>
                  <a:pt x="190723" y="65187"/>
                </a:cubicBezTo>
                <a:cubicBezTo>
                  <a:pt x="188714" y="63252"/>
                  <a:pt x="186630" y="61317"/>
                  <a:pt x="184547" y="59457"/>
                </a:cubicBezTo>
                <a:cubicBezTo>
                  <a:pt x="150688" y="29394"/>
                  <a:pt x="116756" y="16743"/>
                  <a:pt x="96441" y="28575"/>
                </a:cubicBezTo>
                <a:cubicBezTo>
                  <a:pt x="76944" y="39886"/>
                  <a:pt x="71140" y="73447"/>
                  <a:pt x="79325" y="115416"/>
                </a:cubicBezTo>
                <a:cubicBezTo>
                  <a:pt x="80144" y="119583"/>
                  <a:pt x="81037" y="123676"/>
                  <a:pt x="82079" y="127843"/>
                </a:cubicBezTo>
                <a:cubicBezTo>
                  <a:pt x="77316" y="129183"/>
                  <a:pt x="72628" y="130671"/>
                  <a:pt x="68238" y="132234"/>
                </a:cubicBezTo>
                <a:cubicBezTo>
                  <a:pt x="28501" y="146000"/>
                  <a:pt x="0" y="167729"/>
                  <a:pt x="0" y="190202"/>
                </a:cubicBezTo>
                <a:cubicBezTo>
                  <a:pt x="0" y="213420"/>
                  <a:pt x="30361" y="236711"/>
                  <a:pt x="71661" y="250850"/>
                </a:cubicBezTo>
                <a:cubicBezTo>
                  <a:pt x="75009" y="251966"/>
                  <a:pt x="78358" y="253082"/>
                  <a:pt x="81781" y="254050"/>
                </a:cubicBezTo>
                <a:cubicBezTo>
                  <a:pt x="80665" y="258514"/>
                  <a:pt x="79697" y="262905"/>
                  <a:pt x="78804" y="267444"/>
                </a:cubicBezTo>
                <a:cubicBezTo>
                  <a:pt x="70991" y="308744"/>
                  <a:pt x="77093" y="341486"/>
                  <a:pt x="96589" y="352723"/>
                </a:cubicBezTo>
                <a:cubicBezTo>
                  <a:pt x="116681" y="364331"/>
                  <a:pt x="150465" y="352425"/>
                  <a:pt x="183356" y="323627"/>
                </a:cubicBezTo>
                <a:cubicBezTo>
                  <a:pt x="185961" y="321320"/>
                  <a:pt x="188565" y="318939"/>
                  <a:pt x="191170" y="316409"/>
                </a:cubicBezTo>
                <a:cubicBezTo>
                  <a:pt x="194444" y="319608"/>
                  <a:pt x="197867" y="322659"/>
                  <a:pt x="201290" y="325636"/>
                </a:cubicBezTo>
                <a:cubicBezTo>
                  <a:pt x="233139" y="353020"/>
                  <a:pt x="264616" y="364108"/>
                  <a:pt x="284038" y="352871"/>
                </a:cubicBezTo>
                <a:cubicBezTo>
                  <a:pt x="304130" y="341263"/>
                  <a:pt x="310679" y="306065"/>
                  <a:pt x="302196" y="263203"/>
                </a:cubicBezTo>
                <a:cubicBezTo>
                  <a:pt x="301526" y="259928"/>
                  <a:pt x="300782" y="256580"/>
                  <a:pt x="299963" y="253157"/>
                </a:cubicBezTo>
                <a:cubicBezTo>
                  <a:pt x="302344" y="252487"/>
                  <a:pt x="304651" y="251743"/>
                  <a:pt x="306958" y="250999"/>
                </a:cubicBezTo>
                <a:cubicBezTo>
                  <a:pt x="349895" y="236786"/>
                  <a:pt x="381000" y="213792"/>
                  <a:pt x="381000" y="190202"/>
                </a:cubicBezTo>
                <a:cubicBezTo>
                  <a:pt x="381000" y="167655"/>
                  <a:pt x="351681" y="145777"/>
                  <a:pt x="311200" y="131862"/>
                </a:cubicBezTo>
                <a:close/>
                <a:moveTo>
                  <a:pt x="210517" y="68684"/>
                </a:moveTo>
                <a:cubicBezTo>
                  <a:pt x="238199" y="44574"/>
                  <a:pt x="264021" y="35123"/>
                  <a:pt x="275779" y="41895"/>
                </a:cubicBezTo>
                <a:cubicBezTo>
                  <a:pt x="288354" y="49113"/>
                  <a:pt x="293191" y="78284"/>
                  <a:pt x="285304" y="116607"/>
                </a:cubicBezTo>
                <a:cubicBezTo>
                  <a:pt x="284783" y="119137"/>
                  <a:pt x="284262" y="121593"/>
                  <a:pt x="283592" y="124048"/>
                </a:cubicBezTo>
                <a:cubicBezTo>
                  <a:pt x="267072" y="120328"/>
                  <a:pt x="250329" y="117649"/>
                  <a:pt x="233511" y="116160"/>
                </a:cubicBezTo>
                <a:cubicBezTo>
                  <a:pt x="223837" y="102319"/>
                  <a:pt x="213271" y="89074"/>
                  <a:pt x="201811" y="76646"/>
                </a:cubicBezTo>
                <a:cubicBezTo>
                  <a:pt x="204713" y="73893"/>
                  <a:pt x="207541" y="71289"/>
                  <a:pt x="210517" y="68684"/>
                </a:cubicBezTo>
                <a:close/>
                <a:moveTo>
                  <a:pt x="124420" y="228823"/>
                </a:moveTo>
                <a:cubicBezTo>
                  <a:pt x="128215" y="235297"/>
                  <a:pt x="132085" y="241771"/>
                  <a:pt x="136178" y="248096"/>
                </a:cubicBezTo>
                <a:cubicBezTo>
                  <a:pt x="124569" y="246831"/>
                  <a:pt x="113035" y="244971"/>
                  <a:pt x="101650" y="242515"/>
                </a:cubicBezTo>
                <a:cubicBezTo>
                  <a:pt x="104924" y="231800"/>
                  <a:pt x="109017" y="220712"/>
                  <a:pt x="113779" y="209401"/>
                </a:cubicBezTo>
                <a:cubicBezTo>
                  <a:pt x="117202" y="215950"/>
                  <a:pt x="120700" y="222424"/>
                  <a:pt x="124420" y="228823"/>
                </a:cubicBezTo>
                <a:close/>
                <a:moveTo>
                  <a:pt x="101873" y="139303"/>
                </a:moveTo>
                <a:cubicBezTo>
                  <a:pt x="112588" y="136922"/>
                  <a:pt x="123974" y="134987"/>
                  <a:pt x="135806" y="133499"/>
                </a:cubicBezTo>
                <a:cubicBezTo>
                  <a:pt x="131862" y="139675"/>
                  <a:pt x="127992" y="146000"/>
                  <a:pt x="124346" y="152400"/>
                </a:cubicBezTo>
                <a:cubicBezTo>
                  <a:pt x="120700" y="158725"/>
                  <a:pt x="117128" y="165199"/>
                  <a:pt x="113779" y="171748"/>
                </a:cubicBezTo>
                <a:cubicBezTo>
                  <a:pt x="109091" y="160660"/>
                  <a:pt x="105147" y="149796"/>
                  <a:pt x="101873" y="139303"/>
                </a:cubicBezTo>
                <a:close/>
                <a:moveTo>
                  <a:pt x="122262" y="190574"/>
                </a:moveTo>
                <a:cubicBezTo>
                  <a:pt x="127174" y="180305"/>
                  <a:pt x="132531" y="170259"/>
                  <a:pt x="138187" y="160362"/>
                </a:cubicBezTo>
                <a:cubicBezTo>
                  <a:pt x="143842" y="150465"/>
                  <a:pt x="149944" y="140866"/>
                  <a:pt x="156344" y="131415"/>
                </a:cubicBezTo>
                <a:cubicBezTo>
                  <a:pt x="167506" y="130597"/>
                  <a:pt x="178891" y="130150"/>
                  <a:pt x="190500" y="130150"/>
                </a:cubicBezTo>
                <a:cubicBezTo>
                  <a:pt x="202109" y="130150"/>
                  <a:pt x="213568" y="130597"/>
                  <a:pt x="224656" y="131415"/>
                </a:cubicBezTo>
                <a:cubicBezTo>
                  <a:pt x="230981" y="140791"/>
                  <a:pt x="237009" y="150391"/>
                  <a:pt x="242739" y="160213"/>
                </a:cubicBezTo>
                <a:cubicBezTo>
                  <a:pt x="248469" y="170036"/>
                  <a:pt x="253826" y="180082"/>
                  <a:pt x="258887" y="190277"/>
                </a:cubicBezTo>
                <a:cubicBezTo>
                  <a:pt x="253901" y="200546"/>
                  <a:pt x="248543" y="210666"/>
                  <a:pt x="242813" y="220638"/>
                </a:cubicBezTo>
                <a:cubicBezTo>
                  <a:pt x="237158" y="230535"/>
                  <a:pt x="231130" y="240134"/>
                  <a:pt x="224805" y="249659"/>
                </a:cubicBezTo>
                <a:cubicBezTo>
                  <a:pt x="213717" y="250478"/>
                  <a:pt x="202183" y="250850"/>
                  <a:pt x="190500" y="250850"/>
                </a:cubicBezTo>
                <a:cubicBezTo>
                  <a:pt x="178817" y="250850"/>
                  <a:pt x="167506" y="250478"/>
                  <a:pt x="156567" y="249808"/>
                </a:cubicBezTo>
                <a:cubicBezTo>
                  <a:pt x="150093" y="240357"/>
                  <a:pt x="143991" y="230684"/>
                  <a:pt x="138261" y="220787"/>
                </a:cubicBezTo>
                <a:cubicBezTo>
                  <a:pt x="132531" y="210889"/>
                  <a:pt x="127248" y="200844"/>
                  <a:pt x="122262" y="190574"/>
                </a:cubicBezTo>
                <a:close/>
                <a:moveTo>
                  <a:pt x="256654" y="228674"/>
                </a:moveTo>
                <a:cubicBezTo>
                  <a:pt x="260449" y="222126"/>
                  <a:pt x="264021" y="215503"/>
                  <a:pt x="267519" y="208806"/>
                </a:cubicBezTo>
                <a:cubicBezTo>
                  <a:pt x="272281" y="219596"/>
                  <a:pt x="276448" y="230535"/>
                  <a:pt x="280095" y="241771"/>
                </a:cubicBezTo>
                <a:cubicBezTo>
                  <a:pt x="268560" y="244376"/>
                  <a:pt x="256877" y="246385"/>
                  <a:pt x="245120" y="247724"/>
                </a:cubicBezTo>
                <a:cubicBezTo>
                  <a:pt x="249138" y="241474"/>
                  <a:pt x="252933" y="235074"/>
                  <a:pt x="256654" y="228674"/>
                </a:cubicBezTo>
                <a:close/>
                <a:moveTo>
                  <a:pt x="267370" y="171748"/>
                </a:moveTo>
                <a:cubicBezTo>
                  <a:pt x="263872" y="165199"/>
                  <a:pt x="260300" y="158651"/>
                  <a:pt x="256580" y="152251"/>
                </a:cubicBezTo>
                <a:cubicBezTo>
                  <a:pt x="252933" y="145926"/>
                  <a:pt x="249138" y="139675"/>
                  <a:pt x="245194" y="133499"/>
                </a:cubicBezTo>
                <a:cubicBezTo>
                  <a:pt x="257175" y="134987"/>
                  <a:pt x="268635" y="136996"/>
                  <a:pt x="279350" y="139452"/>
                </a:cubicBezTo>
                <a:cubicBezTo>
                  <a:pt x="275927" y="150465"/>
                  <a:pt x="271909" y="161181"/>
                  <a:pt x="267370" y="171748"/>
                </a:cubicBezTo>
                <a:close/>
                <a:moveTo>
                  <a:pt x="190649" y="88032"/>
                </a:moveTo>
                <a:cubicBezTo>
                  <a:pt x="198462" y="96515"/>
                  <a:pt x="205829" y="105445"/>
                  <a:pt x="212675" y="114672"/>
                </a:cubicBezTo>
                <a:cubicBezTo>
                  <a:pt x="197941" y="114002"/>
                  <a:pt x="183133" y="114002"/>
                  <a:pt x="168399" y="114672"/>
                </a:cubicBezTo>
                <a:cubicBezTo>
                  <a:pt x="175692" y="105073"/>
                  <a:pt x="183207" y="96143"/>
                  <a:pt x="190649" y="88032"/>
                </a:cubicBezTo>
                <a:close/>
                <a:moveTo>
                  <a:pt x="104329" y="42416"/>
                </a:moveTo>
                <a:cubicBezTo>
                  <a:pt x="116830" y="35123"/>
                  <a:pt x="144587" y="45541"/>
                  <a:pt x="173831" y="71438"/>
                </a:cubicBezTo>
                <a:cubicBezTo>
                  <a:pt x="175692" y="73075"/>
                  <a:pt x="177552" y="74861"/>
                  <a:pt x="179487" y="76646"/>
                </a:cubicBezTo>
                <a:cubicBezTo>
                  <a:pt x="167953" y="89074"/>
                  <a:pt x="157311" y="102319"/>
                  <a:pt x="147563" y="116160"/>
                </a:cubicBezTo>
                <a:cubicBezTo>
                  <a:pt x="130746" y="117649"/>
                  <a:pt x="114077" y="120253"/>
                  <a:pt x="97557" y="123899"/>
                </a:cubicBezTo>
                <a:cubicBezTo>
                  <a:pt x="96589" y="120104"/>
                  <a:pt x="95771" y="116235"/>
                  <a:pt x="94952" y="112365"/>
                </a:cubicBezTo>
                <a:cubicBezTo>
                  <a:pt x="87957" y="76349"/>
                  <a:pt x="92571" y="49188"/>
                  <a:pt x="104329" y="42416"/>
                </a:cubicBezTo>
                <a:close/>
                <a:moveTo>
                  <a:pt x="86097" y="238571"/>
                </a:moveTo>
                <a:cubicBezTo>
                  <a:pt x="82972" y="237679"/>
                  <a:pt x="79921" y="236711"/>
                  <a:pt x="76870" y="235669"/>
                </a:cubicBezTo>
                <a:cubicBezTo>
                  <a:pt x="61020" y="230684"/>
                  <a:pt x="43011" y="222796"/>
                  <a:pt x="29989" y="212452"/>
                </a:cubicBezTo>
                <a:cubicBezTo>
                  <a:pt x="22473" y="207243"/>
                  <a:pt x="17413" y="199206"/>
                  <a:pt x="15999" y="190202"/>
                </a:cubicBezTo>
                <a:cubicBezTo>
                  <a:pt x="15999" y="176585"/>
                  <a:pt x="39514" y="159172"/>
                  <a:pt x="73447" y="147340"/>
                </a:cubicBezTo>
                <a:cubicBezTo>
                  <a:pt x="77688" y="145852"/>
                  <a:pt x="82004" y="144512"/>
                  <a:pt x="86320" y="143247"/>
                </a:cubicBezTo>
                <a:cubicBezTo>
                  <a:pt x="91380" y="159395"/>
                  <a:pt x="97482" y="175245"/>
                  <a:pt x="104552" y="190574"/>
                </a:cubicBezTo>
                <a:cubicBezTo>
                  <a:pt x="97408" y="206127"/>
                  <a:pt x="91232" y="222200"/>
                  <a:pt x="86097" y="238571"/>
                </a:cubicBezTo>
                <a:close/>
                <a:moveTo>
                  <a:pt x="172864" y="311497"/>
                </a:moveTo>
                <a:cubicBezTo>
                  <a:pt x="160586" y="322734"/>
                  <a:pt x="146372" y="331663"/>
                  <a:pt x="130894" y="337765"/>
                </a:cubicBezTo>
                <a:cubicBezTo>
                  <a:pt x="122634" y="341709"/>
                  <a:pt x="113109" y="342081"/>
                  <a:pt x="104626" y="338733"/>
                </a:cubicBezTo>
                <a:cubicBezTo>
                  <a:pt x="92794" y="331887"/>
                  <a:pt x="87883" y="305619"/>
                  <a:pt x="94580" y="270272"/>
                </a:cubicBezTo>
                <a:cubicBezTo>
                  <a:pt x="95399" y="266105"/>
                  <a:pt x="96292" y="261938"/>
                  <a:pt x="97334" y="257845"/>
                </a:cubicBezTo>
                <a:cubicBezTo>
                  <a:pt x="114002" y="261417"/>
                  <a:pt x="130820" y="263872"/>
                  <a:pt x="147861" y="265137"/>
                </a:cubicBezTo>
                <a:cubicBezTo>
                  <a:pt x="157683" y="279053"/>
                  <a:pt x="168473" y="292373"/>
                  <a:pt x="180008" y="304874"/>
                </a:cubicBezTo>
                <a:cubicBezTo>
                  <a:pt x="177626" y="307181"/>
                  <a:pt x="175245" y="309414"/>
                  <a:pt x="172864" y="311497"/>
                </a:cubicBezTo>
                <a:close/>
                <a:moveTo>
                  <a:pt x="191095" y="293415"/>
                </a:moveTo>
                <a:cubicBezTo>
                  <a:pt x="183505" y="285229"/>
                  <a:pt x="175915" y="276151"/>
                  <a:pt x="168548" y="266402"/>
                </a:cubicBezTo>
                <a:cubicBezTo>
                  <a:pt x="175692" y="266700"/>
                  <a:pt x="183059" y="266849"/>
                  <a:pt x="190500" y="266849"/>
                </a:cubicBezTo>
                <a:cubicBezTo>
                  <a:pt x="198165" y="266849"/>
                  <a:pt x="205680" y="266700"/>
                  <a:pt x="213122" y="266328"/>
                </a:cubicBezTo>
                <a:cubicBezTo>
                  <a:pt x="206276" y="275779"/>
                  <a:pt x="198909" y="284783"/>
                  <a:pt x="191095" y="293415"/>
                </a:cubicBezTo>
                <a:close/>
                <a:moveTo>
                  <a:pt x="288354" y="315739"/>
                </a:moveTo>
                <a:cubicBezTo>
                  <a:pt x="287685" y="324817"/>
                  <a:pt x="283220" y="333301"/>
                  <a:pt x="276076" y="339030"/>
                </a:cubicBezTo>
                <a:cubicBezTo>
                  <a:pt x="264244" y="345877"/>
                  <a:pt x="239018" y="336947"/>
                  <a:pt x="211782" y="313581"/>
                </a:cubicBezTo>
                <a:cubicBezTo>
                  <a:pt x="208657" y="310902"/>
                  <a:pt x="205532" y="308000"/>
                  <a:pt x="202332" y="305023"/>
                </a:cubicBezTo>
                <a:cubicBezTo>
                  <a:pt x="213717" y="292447"/>
                  <a:pt x="224210" y="279127"/>
                  <a:pt x="233735" y="265137"/>
                </a:cubicBezTo>
                <a:cubicBezTo>
                  <a:pt x="250775" y="263723"/>
                  <a:pt x="267742" y="261119"/>
                  <a:pt x="284485" y="257324"/>
                </a:cubicBezTo>
                <a:cubicBezTo>
                  <a:pt x="285229" y="260375"/>
                  <a:pt x="285899" y="263426"/>
                  <a:pt x="286494" y="266402"/>
                </a:cubicBezTo>
                <a:cubicBezTo>
                  <a:pt x="290140" y="282476"/>
                  <a:pt x="290736" y="299219"/>
                  <a:pt x="288354" y="315739"/>
                </a:cubicBezTo>
                <a:close/>
                <a:moveTo>
                  <a:pt x="301898" y="235744"/>
                </a:moveTo>
                <a:cubicBezTo>
                  <a:pt x="299814" y="236413"/>
                  <a:pt x="297731" y="237083"/>
                  <a:pt x="295573" y="237679"/>
                </a:cubicBezTo>
                <a:cubicBezTo>
                  <a:pt x="290364" y="221456"/>
                  <a:pt x="283964" y="205606"/>
                  <a:pt x="276597" y="190202"/>
                </a:cubicBezTo>
                <a:cubicBezTo>
                  <a:pt x="283741" y="175022"/>
                  <a:pt x="289768" y="159395"/>
                  <a:pt x="294829" y="143396"/>
                </a:cubicBezTo>
                <a:cubicBezTo>
                  <a:pt x="298698" y="144512"/>
                  <a:pt x="302419" y="145703"/>
                  <a:pt x="305991" y="146893"/>
                </a:cubicBezTo>
                <a:cubicBezTo>
                  <a:pt x="340668" y="158800"/>
                  <a:pt x="365001" y="176510"/>
                  <a:pt x="365001" y="190054"/>
                </a:cubicBezTo>
                <a:cubicBezTo>
                  <a:pt x="365001" y="204639"/>
                  <a:pt x="339030" y="223465"/>
                  <a:pt x="301898" y="235744"/>
                </a:cubicBezTo>
                <a:close/>
                <a:moveTo>
                  <a:pt x="190500" y="224582"/>
                </a:moveTo>
                <a:cubicBezTo>
                  <a:pt x="209310" y="224582"/>
                  <a:pt x="224582" y="209310"/>
                  <a:pt x="224582" y="190500"/>
                </a:cubicBezTo>
                <a:cubicBezTo>
                  <a:pt x="224582" y="171690"/>
                  <a:pt x="209310" y="156418"/>
                  <a:pt x="190500" y="156418"/>
                </a:cubicBezTo>
                <a:cubicBezTo>
                  <a:pt x="171690" y="156418"/>
                  <a:pt x="156418" y="171690"/>
                  <a:pt x="156418" y="190500"/>
                </a:cubicBezTo>
                <a:cubicBezTo>
                  <a:pt x="156418" y="209310"/>
                  <a:pt x="171690" y="224582"/>
                  <a:pt x="190500" y="224582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0" name="Text 28"/>
          <p:cNvSpPr/>
          <p:nvPr/>
        </p:nvSpPr>
        <p:spPr>
          <a:xfrm>
            <a:off x="1435100" y="4222550"/>
            <a:ext cx="6453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435100" y="4539952"/>
            <a:ext cx="6421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Component-based UI library for interactive interfaces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482725" y="4793952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3" name="Text 31"/>
          <p:cNvSpPr/>
          <p:nvPr/>
        </p:nvSpPr>
        <p:spPr>
          <a:xfrm>
            <a:off x="1657350" y="4762202"/>
            <a:ext cx="2373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Monaco Editor integration for code editing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482725" y="5016202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5" name="Text 33"/>
          <p:cNvSpPr/>
          <p:nvPr/>
        </p:nvSpPr>
        <p:spPr>
          <a:xfrm>
            <a:off x="1657350" y="4984452"/>
            <a:ext cx="2659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State management with Hooks and Context API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482725" y="5238452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7" name="Text 35"/>
          <p:cNvSpPr/>
          <p:nvPr/>
        </p:nvSpPr>
        <p:spPr>
          <a:xfrm>
            <a:off x="1657350" y="5206702"/>
            <a:ext cx="2039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Reusable components for scalability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088908" y="1114425"/>
            <a:ext cx="3784600" cy="1117600"/>
          </a:xfrm>
          <a:custGeom>
            <a:avLst/>
            <a:gdLst/>
            <a:ahLst/>
            <a:cxnLst/>
            <a:rect l="l" t="t" r="r" b="b"/>
            <a:pathLst>
              <a:path w="3784600" h="1117600">
                <a:moveTo>
                  <a:pt x="63502" y="0"/>
                </a:moveTo>
                <a:lnTo>
                  <a:pt x="3721098" y="0"/>
                </a:lnTo>
                <a:cubicBezTo>
                  <a:pt x="3756169" y="0"/>
                  <a:pt x="3784600" y="28431"/>
                  <a:pt x="3784600" y="63502"/>
                </a:cubicBezTo>
                <a:lnTo>
                  <a:pt x="3784600" y="1054098"/>
                </a:lnTo>
                <a:cubicBezTo>
                  <a:pt x="3784600" y="1089169"/>
                  <a:pt x="3756169" y="1117600"/>
                  <a:pt x="3721098" y="1117600"/>
                </a:cubicBezTo>
                <a:lnTo>
                  <a:pt x="63502" y="1117600"/>
                </a:lnTo>
                <a:cubicBezTo>
                  <a:pt x="28431" y="1117600"/>
                  <a:pt x="0" y="1089169"/>
                  <a:pt x="0" y="1054098"/>
                </a:cubicBezTo>
                <a:lnTo>
                  <a:pt x="0" y="63502"/>
                </a:lnTo>
                <a:cubicBezTo>
                  <a:pt x="0" y="28431"/>
                  <a:pt x="28431" y="0"/>
                  <a:pt x="63502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A0AAB3">
                <a:alpha val="4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87333" y="129222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63497" y="0"/>
                </a:moveTo>
                <a:lnTo>
                  <a:pt x="698503" y="0"/>
                </a:lnTo>
                <a:cubicBezTo>
                  <a:pt x="733571" y="0"/>
                  <a:pt x="762000" y="28429"/>
                  <a:pt x="762000" y="63497"/>
                </a:cubicBezTo>
                <a:lnTo>
                  <a:pt x="762000" y="698503"/>
                </a:lnTo>
                <a:cubicBezTo>
                  <a:pt x="762000" y="733571"/>
                  <a:pt x="733571" y="762000"/>
                  <a:pt x="698503" y="762000"/>
                </a:cubicBezTo>
                <a:lnTo>
                  <a:pt x="63497" y="762000"/>
                </a:lnTo>
                <a:cubicBezTo>
                  <a:pt x="28429" y="762000"/>
                  <a:pt x="0" y="733571"/>
                  <a:pt x="0" y="698503"/>
                </a:cubicBezTo>
                <a:lnTo>
                  <a:pt x="0" y="63497"/>
                </a:lnTo>
                <a:cubicBezTo>
                  <a:pt x="0" y="28452"/>
                  <a:pt x="28452" y="0"/>
                  <a:pt x="63497" y="0"/>
                </a:cubicBezTo>
                <a:close/>
              </a:path>
            </a:pathLst>
          </a:custGeom>
          <a:solidFill>
            <a:srgbClr val="A0AAB3">
              <a:alpha val="2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401645" y="1482723"/>
            <a:ext cx="333375" cy="381000"/>
          </a:xfrm>
          <a:custGeom>
            <a:avLst/>
            <a:gdLst/>
            <a:ahLst/>
            <a:cxnLst/>
            <a:rect l="l" t="t" r="r" b="b"/>
            <a:pathLst>
              <a:path w="333375" h="381000">
                <a:moveTo>
                  <a:pt x="167060" y="378023"/>
                </a:moveTo>
                <a:cubicBezTo>
                  <a:pt x="162074" y="378023"/>
                  <a:pt x="157014" y="376684"/>
                  <a:pt x="152623" y="374154"/>
                </a:cubicBezTo>
                <a:lnTo>
                  <a:pt x="106710" y="346993"/>
                </a:lnTo>
                <a:cubicBezTo>
                  <a:pt x="99864" y="343123"/>
                  <a:pt x="103212" y="341784"/>
                  <a:pt x="105445" y="341040"/>
                </a:cubicBezTo>
                <a:cubicBezTo>
                  <a:pt x="114598" y="337840"/>
                  <a:pt x="116458" y="337170"/>
                  <a:pt x="126206" y="331589"/>
                </a:cubicBezTo>
                <a:cubicBezTo>
                  <a:pt x="127248" y="330994"/>
                  <a:pt x="128588" y="331217"/>
                  <a:pt x="129629" y="331887"/>
                </a:cubicBezTo>
                <a:lnTo>
                  <a:pt x="164902" y="352797"/>
                </a:lnTo>
                <a:cubicBezTo>
                  <a:pt x="166167" y="353541"/>
                  <a:pt x="167953" y="353541"/>
                  <a:pt x="169143" y="352797"/>
                </a:cubicBezTo>
                <a:lnTo>
                  <a:pt x="306586" y="273472"/>
                </a:lnTo>
                <a:cubicBezTo>
                  <a:pt x="307851" y="272728"/>
                  <a:pt x="308670" y="271239"/>
                  <a:pt x="308670" y="269751"/>
                </a:cubicBezTo>
                <a:lnTo>
                  <a:pt x="308670" y="111100"/>
                </a:lnTo>
                <a:cubicBezTo>
                  <a:pt x="308670" y="109538"/>
                  <a:pt x="307851" y="108124"/>
                  <a:pt x="306512" y="107305"/>
                </a:cubicBezTo>
                <a:lnTo>
                  <a:pt x="169143" y="28054"/>
                </a:lnTo>
                <a:cubicBezTo>
                  <a:pt x="167878" y="27310"/>
                  <a:pt x="166167" y="27310"/>
                  <a:pt x="164902" y="28054"/>
                </a:cubicBezTo>
                <a:lnTo>
                  <a:pt x="27608" y="107379"/>
                </a:lnTo>
                <a:cubicBezTo>
                  <a:pt x="26268" y="108124"/>
                  <a:pt x="25450" y="109612"/>
                  <a:pt x="25450" y="111175"/>
                </a:cubicBezTo>
                <a:lnTo>
                  <a:pt x="25450" y="269751"/>
                </a:lnTo>
                <a:cubicBezTo>
                  <a:pt x="25450" y="271239"/>
                  <a:pt x="26268" y="272728"/>
                  <a:pt x="27608" y="273397"/>
                </a:cubicBezTo>
                <a:lnTo>
                  <a:pt x="65261" y="295126"/>
                </a:lnTo>
                <a:cubicBezTo>
                  <a:pt x="85725" y="305321"/>
                  <a:pt x="98227" y="293340"/>
                  <a:pt x="98227" y="281211"/>
                </a:cubicBezTo>
                <a:lnTo>
                  <a:pt x="98227" y="124644"/>
                </a:lnTo>
                <a:cubicBezTo>
                  <a:pt x="98227" y="122411"/>
                  <a:pt x="100013" y="120700"/>
                  <a:pt x="102245" y="120700"/>
                </a:cubicBezTo>
                <a:lnTo>
                  <a:pt x="119658" y="120700"/>
                </a:lnTo>
                <a:cubicBezTo>
                  <a:pt x="121816" y="120700"/>
                  <a:pt x="123676" y="122411"/>
                  <a:pt x="123676" y="124644"/>
                </a:cubicBezTo>
                <a:lnTo>
                  <a:pt x="123676" y="281285"/>
                </a:lnTo>
                <a:cubicBezTo>
                  <a:pt x="123676" y="308521"/>
                  <a:pt x="108793" y="324148"/>
                  <a:pt x="82972" y="324148"/>
                </a:cubicBezTo>
                <a:cubicBezTo>
                  <a:pt x="75009" y="324148"/>
                  <a:pt x="68759" y="324148"/>
                  <a:pt x="51346" y="315516"/>
                </a:cubicBezTo>
                <a:lnTo>
                  <a:pt x="15329" y="294754"/>
                </a:lnTo>
                <a:cubicBezTo>
                  <a:pt x="6400" y="289620"/>
                  <a:pt x="893" y="280020"/>
                  <a:pt x="893" y="269677"/>
                </a:cubicBezTo>
                <a:lnTo>
                  <a:pt x="893" y="111100"/>
                </a:lnTo>
                <a:cubicBezTo>
                  <a:pt x="893" y="100831"/>
                  <a:pt x="6400" y="91157"/>
                  <a:pt x="15329" y="86023"/>
                </a:cubicBezTo>
                <a:lnTo>
                  <a:pt x="152623" y="6697"/>
                </a:lnTo>
                <a:cubicBezTo>
                  <a:pt x="161330" y="1786"/>
                  <a:pt x="172864" y="1786"/>
                  <a:pt x="181496" y="6697"/>
                </a:cubicBezTo>
                <a:lnTo>
                  <a:pt x="318939" y="86097"/>
                </a:lnTo>
                <a:cubicBezTo>
                  <a:pt x="327868" y="91232"/>
                  <a:pt x="333375" y="100831"/>
                  <a:pt x="333375" y="111175"/>
                </a:cubicBezTo>
                <a:lnTo>
                  <a:pt x="333375" y="269751"/>
                </a:lnTo>
                <a:cubicBezTo>
                  <a:pt x="333375" y="280020"/>
                  <a:pt x="327868" y="289620"/>
                  <a:pt x="318939" y="294829"/>
                </a:cubicBezTo>
                <a:lnTo>
                  <a:pt x="181496" y="374154"/>
                </a:lnTo>
                <a:cubicBezTo>
                  <a:pt x="177105" y="376684"/>
                  <a:pt x="172120" y="378023"/>
                  <a:pt x="167060" y="378023"/>
                </a:cubicBezTo>
                <a:close/>
                <a:moveTo>
                  <a:pt x="278011" y="221679"/>
                </a:moveTo>
                <a:cubicBezTo>
                  <a:pt x="278011" y="191988"/>
                  <a:pt x="257919" y="184100"/>
                  <a:pt x="215726" y="178519"/>
                </a:cubicBezTo>
                <a:cubicBezTo>
                  <a:pt x="173013" y="172864"/>
                  <a:pt x="168697" y="169962"/>
                  <a:pt x="168697" y="159990"/>
                </a:cubicBezTo>
                <a:cubicBezTo>
                  <a:pt x="168697" y="151730"/>
                  <a:pt x="172343" y="140717"/>
                  <a:pt x="203969" y="140717"/>
                </a:cubicBezTo>
                <a:cubicBezTo>
                  <a:pt x="232172" y="140717"/>
                  <a:pt x="242590" y="146819"/>
                  <a:pt x="246906" y="165869"/>
                </a:cubicBezTo>
                <a:cubicBezTo>
                  <a:pt x="247278" y="167655"/>
                  <a:pt x="248915" y="168994"/>
                  <a:pt x="250775" y="168994"/>
                </a:cubicBezTo>
                <a:lnTo>
                  <a:pt x="268635" y="168994"/>
                </a:lnTo>
                <a:cubicBezTo>
                  <a:pt x="269751" y="168994"/>
                  <a:pt x="270793" y="168548"/>
                  <a:pt x="271537" y="167729"/>
                </a:cubicBezTo>
                <a:cubicBezTo>
                  <a:pt x="272281" y="166911"/>
                  <a:pt x="272653" y="165795"/>
                  <a:pt x="272579" y="164678"/>
                </a:cubicBezTo>
                <a:cubicBezTo>
                  <a:pt x="269825" y="131862"/>
                  <a:pt x="248022" y="116607"/>
                  <a:pt x="203969" y="116607"/>
                </a:cubicBezTo>
                <a:cubicBezTo>
                  <a:pt x="164753" y="116607"/>
                  <a:pt x="141387" y="133127"/>
                  <a:pt x="141387" y="160883"/>
                </a:cubicBezTo>
                <a:cubicBezTo>
                  <a:pt x="141387" y="190946"/>
                  <a:pt x="164678" y="199281"/>
                  <a:pt x="202257" y="203002"/>
                </a:cubicBezTo>
                <a:cubicBezTo>
                  <a:pt x="247278" y="207392"/>
                  <a:pt x="250775" y="214015"/>
                  <a:pt x="250775" y="222870"/>
                </a:cubicBezTo>
                <a:cubicBezTo>
                  <a:pt x="250775" y="238199"/>
                  <a:pt x="238423" y="244748"/>
                  <a:pt x="209476" y="244748"/>
                </a:cubicBezTo>
                <a:cubicBezTo>
                  <a:pt x="173087" y="244748"/>
                  <a:pt x="165125" y="235595"/>
                  <a:pt x="162446" y="217512"/>
                </a:cubicBezTo>
                <a:cubicBezTo>
                  <a:pt x="162148" y="215578"/>
                  <a:pt x="160511" y="214164"/>
                  <a:pt x="158502" y="214164"/>
                </a:cubicBezTo>
                <a:lnTo>
                  <a:pt x="140717" y="214164"/>
                </a:lnTo>
                <a:cubicBezTo>
                  <a:pt x="138485" y="214164"/>
                  <a:pt x="136773" y="215950"/>
                  <a:pt x="136773" y="218108"/>
                </a:cubicBezTo>
                <a:cubicBezTo>
                  <a:pt x="136773" y="241250"/>
                  <a:pt x="149349" y="268858"/>
                  <a:pt x="209550" y="268858"/>
                </a:cubicBezTo>
                <a:cubicBezTo>
                  <a:pt x="253008" y="268784"/>
                  <a:pt x="278011" y="251594"/>
                  <a:pt x="278011" y="221679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1" name="Text 39"/>
          <p:cNvSpPr/>
          <p:nvPr/>
        </p:nvSpPr>
        <p:spPr>
          <a:xfrm>
            <a:off x="9076333" y="1212848"/>
            <a:ext cx="277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9076333" y="1498598"/>
            <a:ext cx="2762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JavaScript runtime for server-side execution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9123958" y="1752598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4" name="Text 42"/>
          <p:cNvSpPr/>
          <p:nvPr/>
        </p:nvSpPr>
        <p:spPr>
          <a:xfrm>
            <a:off x="9298583" y="1720848"/>
            <a:ext cx="1960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Non-blocking I/O for performance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123958" y="1974848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6" name="Text 44"/>
          <p:cNvSpPr/>
          <p:nvPr/>
        </p:nvSpPr>
        <p:spPr>
          <a:xfrm>
            <a:off x="9298583" y="1943098"/>
            <a:ext cx="1468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Event-driven architecture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088908" y="2365374"/>
            <a:ext cx="3784600" cy="1117600"/>
          </a:xfrm>
          <a:custGeom>
            <a:avLst/>
            <a:gdLst/>
            <a:ahLst/>
            <a:cxnLst/>
            <a:rect l="l" t="t" r="r" b="b"/>
            <a:pathLst>
              <a:path w="3784600" h="1117600">
                <a:moveTo>
                  <a:pt x="63502" y="0"/>
                </a:moveTo>
                <a:lnTo>
                  <a:pt x="3721098" y="0"/>
                </a:lnTo>
                <a:cubicBezTo>
                  <a:pt x="3756169" y="0"/>
                  <a:pt x="3784600" y="28431"/>
                  <a:pt x="3784600" y="63502"/>
                </a:cubicBezTo>
                <a:lnTo>
                  <a:pt x="3784600" y="1054098"/>
                </a:lnTo>
                <a:cubicBezTo>
                  <a:pt x="3784600" y="1089169"/>
                  <a:pt x="3756169" y="1117600"/>
                  <a:pt x="3721098" y="1117600"/>
                </a:cubicBezTo>
                <a:lnTo>
                  <a:pt x="63502" y="1117600"/>
                </a:lnTo>
                <a:cubicBezTo>
                  <a:pt x="28431" y="1117600"/>
                  <a:pt x="0" y="1089169"/>
                  <a:pt x="0" y="1054098"/>
                </a:cubicBezTo>
                <a:lnTo>
                  <a:pt x="0" y="63502"/>
                </a:lnTo>
                <a:cubicBezTo>
                  <a:pt x="0" y="28431"/>
                  <a:pt x="28431" y="0"/>
                  <a:pt x="63502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4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87333" y="2543174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63497" y="0"/>
                </a:moveTo>
                <a:lnTo>
                  <a:pt x="698503" y="0"/>
                </a:lnTo>
                <a:cubicBezTo>
                  <a:pt x="733571" y="0"/>
                  <a:pt x="762000" y="28429"/>
                  <a:pt x="762000" y="63497"/>
                </a:cubicBezTo>
                <a:lnTo>
                  <a:pt x="762000" y="698503"/>
                </a:lnTo>
                <a:cubicBezTo>
                  <a:pt x="762000" y="733571"/>
                  <a:pt x="733571" y="762000"/>
                  <a:pt x="698503" y="762000"/>
                </a:cubicBezTo>
                <a:lnTo>
                  <a:pt x="63497" y="762000"/>
                </a:lnTo>
                <a:cubicBezTo>
                  <a:pt x="28429" y="762000"/>
                  <a:pt x="0" y="733571"/>
                  <a:pt x="0" y="698503"/>
                </a:cubicBezTo>
                <a:lnTo>
                  <a:pt x="0" y="63497"/>
                </a:lnTo>
                <a:cubicBezTo>
                  <a:pt x="0" y="28452"/>
                  <a:pt x="28452" y="0"/>
                  <a:pt x="63497" y="0"/>
                </a:cubicBezTo>
                <a:close/>
              </a:path>
            </a:pathLst>
          </a:custGeom>
          <a:solidFill>
            <a:srgbClr val="4DB6AC">
              <a:alpha val="2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01645" y="2733674"/>
            <a:ext cx="333375" cy="381000"/>
          </a:xfrm>
          <a:custGeom>
            <a:avLst/>
            <a:gdLst/>
            <a:ahLst/>
            <a:cxnLst/>
            <a:rect l="l" t="t" r="r" b="b"/>
            <a:pathLst>
              <a:path w="333375" h="381000">
                <a:moveTo>
                  <a:pt x="252115" y="-7367"/>
                </a:moveTo>
                <a:cubicBezTo>
                  <a:pt x="260970" y="-967"/>
                  <a:pt x="264244" y="10641"/>
                  <a:pt x="260226" y="20762"/>
                </a:cubicBezTo>
                <a:lnTo>
                  <a:pt x="201885" y="166688"/>
                </a:lnTo>
                <a:lnTo>
                  <a:pt x="309563" y="166688"/>
                </a:lnTo>
                <a:cubicBezTo>
                  <a:pt x="319608" y="166688"/>
                  <a:pt x="328538" y="172938"/>
                  <a:pt x="331961" y="182389"/>
                </a:cubicBezTo>
                <a:cubicBezTo>
                  <a:pt x="335384" y="191839"/>
                  <a:pt x="332482" y="202406"/>
                  <a:pt x="324817" y="208806"/>
                </a:cubicBezTo>
                <a:lnTo>
                  <a:pt x="110505" y="387400"/>
                </a:lnTo>
                <a:cubicBezTo>
                  <a:pt x="102096" y="394395"/>
                  <a:pt x="90115" y="394767"/>
                  <a:pt x="81260" y="388367"/>
                </a:cubicBezTo>
                <a:cubicBezTo>
                  <a:pt x="72405" y="381967"/>
                  <a:pt x="69131" y="370359"/>
                  <a:pt x="73149" y="360238"/>
                </a:cubicBezTo>
                <a:lnTo>
                  <a:pt x="131490" y="214313"/>
                </a:lnTo>
                <a:lnTo>
                  <a:pt x="23812" y="214313"/>
                </a:lnTo>
                <a:cubicBezTo>
                  <a:pt x="13767" y="214313"/>
                  <a:pt x="4837" y="208062"/>
                  <a:pt x="1414" y="198611"/>
                </a:cubicBezTo>
                <a:cubicBezTo>
                  <a:pt x="-2009" y="189161"/>
                  <a:pt x="893" y="178594"/>
                  <a:pt x="8558" y="172194"/>
                </a:cubicBezTo>
                <a:lnTo>
                  <a:pt x="222870" y="-6400"/>
                </a:lnTo>
                <a:cubicBezTo>
                  <a:pt x="231279" y="-13395"/>
                  <a:pt x="243260" y="-13767"/>
                  <a:pt x="252115" y="-7367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0" name="Text 48"/>
          <p:cNvSpPr/>
          <p:nvPr/>
        </p:nvSpPr>
        <p:spPr>
          <a:xfrm>
            <a:off x="9076333" y="2463799"/>
            <a:ext cx="277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Socket.IO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9076333" y="2749549"/>
            <a:ext cx="2762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Real-time bidirectional communication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9123958" y="3003549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3" name="Text 51"/>
          <p:cNvSpPr/>
          <p:nvPr/>
        </p:nvSpPr>
        <p:spPr>
          <a:xfrm>
            <a:off x="9298583" y="2971799"/>
            <a:ext cx="1881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WebSocket-based with fallbacks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9123958" y="3225799"/>
            <a:ext cx="63500" cy="127000"/>
          </a:xfrm>
          <a:custGeom>
            <a:avLst/>
            <a:gdLst/>
            <a:ahLst/>
            <a:cxnLst/>
            <a:rect l="l" t="t" r="r" b="b"/>
            <a:pathLst>
              <a:path w="63500" h="127000">
                <a:moveTo>
                  <a:pt x="8062" y="23812"/>
                </a:moveTo>
                <a:cubicBezTo>
                  <a:pt x="8062" y="20613"/>
                  <a:pt x="9996" y="17711"/>
                  <a:pt x="12973" y="16470"/>
                </a:cubicBezTo>
                <a:cubicBezTo>
                  <a:pt x="15949" y="15230"/>
                  <a:pt x="19348" y="15925"/>
                  <a:pt x="21605" y="18207"/>
                </a:cubicBezTo>
                <a:lnTo>
                  <a:pt x="61292" y="57894"/>
                </a:lnTo>
                <a:cubicBezTo>
                  <a:pt x="64393" y="60995"/>
                  <a:pt x="64393" y="66030"/>
                  <a:pt x="61292" y="69131"/>
                </a:cubicBezTo>
                <a:lnTo>
                  <a:pt x="21605" y="108818"/>
                </a:lnTo>
                <a:cubicBezTo>
                  <a:pt x="19323" y="111100"/>
                  <a:pt x="15925" y="111770"/>
                  <a:pt x="12948" y="110530"/>
                </a:cubicBezTo>
                <a:cubicBezTo>
                  <a:pt x="9971" y="109289"/>
                  <a:pt x="8062" y="106387"/>
                  <a:pt x="8062" y="103188"/>
                </a:cubicBezTo>
                <a:lnTo>
                  <a:pt x="8062" y="23812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5" name="Text 53"/>
          <p:cNvSpPr/>
          <p:nvPr/>
        </p:nvSpPr>
        <p:spPr>
          <a:xfrm>
            <a:off x="9298583" y="3194049"/>
            <a:ext cx="2016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Room management for workspaces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088908" y="3616325"/>
            <a:ext cx="3784600" cy="3149600"/>
          </a:xfrm>
          <a:custGeom>
            <a:avLst/>
            <a:gdLst/>
            <a:ahLst/>
            <a:cxnLst/>
            <a:rect l="l" t="t" r="r" b="b"/>
            <a:pathLst>
              <a:path w="3784600" h="3149600">
                <a:moveTo>
                  <a:pt x="63496" y="0"/>
                </a:moveTo>
                <a:lnTo>
                  <a:pt x="3721104" y="0"/>
                </a:lnTo>
                <a:cubicBezTo>
                  <a:pt x="3756172" y="0"/>
                  <a:pt x="3784600" y="28428"/>
                  <a:pt x="3784600" y="63496"/>
                </a:cubicBezTo>
                <a:lnTo>
                  <a:pt x="3784600" y="3086104"/>
                </a:lnTo>
                <a:cubicBezTo>
                  <a:pt x="3784600" y="3121172"/>
                  <a:pt x="3756172" y="3149600"/>
                  <a:pt x="3721104" y="3149600"/>
                </a:cubicBezTo>
                <a:lnTo>
                  <a:pt x="63496" y="3149600"/>
                </a:lnTo>
                <a:cubicBezTo>
                  <a:pt x="28428" y="3149600"/>
                  <a:pt x="0" y="3121172"/>
                  <a:pt x="0" y="3086104"/>
                </a:cubicBezTo>
                <a:lnTo>
                  <a:pt x="0" y="63496"/>
                </a:lnTo>
                <a:cubicBezTo>
                  <a:pt x="0" y="28452"/>
                  <a:pt x="28452" y="0"/>
                  <a:pt x="63496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10160">
            <a:solidFill>
              <a:srgbClr val="4DB6A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75477" y="4492625"/>
            <a:ext cx="1206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Integration Flow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9106694" y="4810125"/>
            <a:ext cx="1746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React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HTTP/WebSocket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9106694" y="5095875"/>
            <a:ext cx="1746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Express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Business Logic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9106694" y="5381625"/>
            <a:ext cx="1746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Node.js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Runtime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9106694" y="5667375"/>
            <a:ext cx="1746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 err="1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mySQL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Persistence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320675" y="6899275"/>
            <a:ext cx="11547475" cy="419100"/>
          </a:xfrm>
          <a:custGeom>
            <a:avLst/>
            <a:gdLst/>
            <a:ahLst/>
            <a:cxnLst/>
            <a:rect l="l" t="t" r="r" b="b"/>
            <a:pathLst>
              <a:path w="11547475" h="419100">
                <a:moveTo>
                  <a:pt x="63502" y="0"/>
                </a:moveTo>
                <a:lnTo>
                  <a:pt x="11483973" y="0"/>
                </a:lnTo>
                <a:cubicBezTo>
                  <a:pt x="11519044" y="0"/>
                  <a:pt x="11547475" y="28431"/>
                  <a:pt x="11547475" y="63502"/>
                </a:cubicBezTo>
                <a:lnTo>
                  <a:pt x="11547475" y="355598"/>
                </a:lnTo>
                <a:cubicBezTo>
                  <a:pt x="11547475" y="390669"/>
                  <a:pt x="11519044" y="419100"/>
                  <a:pt x="11483973" y="419100"/>
                </a:cubicBezTo>
                <a:lnTo>
                  <a:pt x="63502" y="419100"/>
                </a:lnTo>
                <a:cubicBezTo>
                  <a:pt x="28431" y="419100"/>
                  <a:pt x="0" y="390669"/>
                  <a:pt x="0" y="355598"/>
                </a:cubicBezTo>
                <a:lnTo>
                  <a:pt x="0" y="63502"/>
                </a:lnTo>
                <a:cubicBezTo>
                  <a:pt x="0" y="28431"/>
                  <a:pt x="28431" y="0"/>
                  <a:pt x="63502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10160">
            <a:solidFill>
              <a:srgbClr val="4DB6A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248521" y="7013574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83344" y="59531"/>
                </a:moveTo>
                <a:cubicBezTo>
                  <a:pt x="83344" y="52960"/>
                  <a:pt x="88679" y="47625"/>
                  <a:pt x="95250" y="47625"/>
                </a:cubicBezTo>
                <a:cubicBezTo>
                  <a:pt x="101821" y="47625"/>
                  <a:pt x="107156" y="52960"/>
                  <a:pt x="107156" y="59531"/>
                </a:cubicBezTo>
                <a:cubicBezTo>
                  <a:pt x="107156" y="66102"/>
                  <a:pt x="101821" y="71438"/>
                  <a:pt x="95250" y="71438"/>
                </a:cubicBezTo>
                <a:cubicBezTo>
                  <a:pt x="88679" y="71438"/>
                  <a:pt x="83344" y="66102"/>
                  <a:pt x="83344" y="59531"/>
                </a:cubicBezTo>
                <a:close/>
                <a:moveTo>
                  <a:pt x="80367" y="83344"/>
                </a:moveTo>
                <a:lnTo>
                  <a:pt x="98227" y="83344"/>
                </a:lnTo>
                <a:cubicBezTo>
                  <a:pt x="103175" y="83344"/>
                  <a:pt x="107156" y="87325"/>
                  <a:pt x="107156" y="92273"/>
                </a:cubicBezTo>
                <a:lnTo>
                  <a:pt x="107156" y="125016"/>
                </a:lnTo>
                <a:lnTo>
                  <a:pt x="110133" y="125016"/>
                </a:lnTo>
                <a:cubicBezTo>
                  <a:pt x="115081" y="125016"/>
                  <a:pt x="119063" y="128997"/>
                  <a:pt x="119063" y="133945"/>
                </a:cubicBezTo>
                <a:cubicBezTo>
                  <a:pt x="119063" y="138894"/>
                  <a:pt x="115081" y="142875"/>
                  <a:pt x="110133" y="142875"/>
                </a:cubicBezTo>
                <a:lnTo>
                  <a:pt x="80367" y="142875"/>
                </a:lnTo>
                <a:cubicBezTo>
                  <a:pt x="75419" y="142875"/>
                  <a:pt x="71438" y="138894"/>
                  <a:pt x="71438" y="133945"/>
                </a:cubicBezTo>
                <a:cubicBezTo>
                  <a:pt x="71438" y="128997"/>
                  <a:pt x="75419" y="125016"/>
                  <a:pt x="80367" y="125016"/>
                </a:cubicBezTo>
                <a:lnTo>
                  <a:pt x="89297" y="125016"/>
                </a:lnTo>
                <a:lnTo>
                  <a:pt x="89297" y="101203"/>
                </a:lnTo>
                <a:lnTo>
                  <a:pt x="80367" y="101203"/>
                </a:lnTo>
                <a:cubicBezTo>
                  <a:pt x="75419" y="101203"/>
                  <a:pt x="71438" y="97222"/>
                  <a:pt x="71438" y="92273"/>
                </a:cubicBezTo>
                <a:cubicBezTo>
                  <a:pt x="71438" y="87325"/>
                  <a:pt x="75419" y="83344"/>
                  <a:pt x="80367" y="83344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64" name="Text 62"/>
          <p:cNvSpPr/>
          <p:nvPr/>
        </p:nvSpPr>
        <p:spPr>
          <a:xfrm>
            <a:off x="3589834" y="6997699"/>
            <a:ext cx="5445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Unified JavaScript Stack: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Single language across frontend, backend, and database layers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76200" cy="60960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" name="Text 1"/>
          <p:cNvSpPr/>
          <p:nvPr/>
        </p:nvSpPr>
        <p:spPr>
          <a:xfrm>
            <a:off x="609600" y="457200"/>
            <a:ext cx="635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Architecture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09600" y="1104900"/>
            <a:ext cx="11296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Client-Server Architecture with Real-Time Communication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00050" y="2685347"/>
            <a:ext cx="38100" cy="1981200"/>
          </a:xfrm>
          <a:custGeom>
            <a:avLst/>
            <a:gdLst/>
            <a:ahLst/>
            <a:cxnLst/>
            <a:rect l="l" t="t" r="r" b="b"/>
            <a:pathLst>
              <a:path w="38100" h="1981200">
                <a:moveTo>
                  <a:pt x="0" y="0"/>
                </a:moveTo>
                <a:lnTo>
                  <a:pt x="38100" y="0"/>
                </a:lnTo>
                <a:lnTo>
                  <a:pt x="38100" y="1981200"/>
                </a:lnTo>
                <a:lnTo>
                  <a:pt x="0" y="1981200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8" name="Shape 5"/>
          <p:cNvSpPr/>
          <p:nvPr/>
        </p:nvSpPr>
        <p:spPr>
          <a:xfrm>
            <a:off x="595313" y="2695454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130969"/>
                </a:lnTo>
                <a:cubicBezTo>
                  <a:pt x="0" y="144103"/>
                  <a:pt x="10678" y="154781"/>
                  <a:pt x="23812" y="154781"/>
                </a:cubicBezTo>
                <a:lnTo>
                  <a:pt x="77391" y="154781"/>
                </a:lnTo>
                <a:lnTo>
                  <a:pt x="71438" y="172641"/>
                </a:lnTo>
                <a:lnTo>
                  <a:pt x="44648" y="172641"/>
                </a:lnTo>
                <a:cubicBezTo>
                  <a:pt x="39700" y="172641"/>
                  <a:pt x="35719" y="176622"/>
                  <a:pt x="35719" y="181570"/>
                </a:cubicBezTo>
                <a:cubicBezTo>
                  <a:pt x="35719" y="186519"/>
                  <a:pt x="39700" y="190500"/>
                  <a:pt x="44648" y="190500"/>
                </a:cubicBezTo>
                <a:lnTo>
                  <a:pt x="145852" y="190500"/>
                </a:lnTo>
                <a:cubicBezTo>
                  <a:pt x="150800" y="190500"/>
                  <a:pt x="154781" y="186519"/>
                  <a:pt x="154781" y="181570"/>
                </a:cubicBezTo>
                <a:cubicBezTo>
                  <a:pt x="154781" y="176622"/>
                  <a:pt x="150800" y="172641"/>
                  <a:pt x="145852" y="172641"/>
                </a:cubicBezTo>
                <a:lnTo>
                  <a:pt x="119063" y="172641"/>
                </a:lnTo>
                <a:lnTo>
                  <a:pt x="113109" y="154781"/>
                </a:lnTo>
                <a:lnTo>
                  <a:pt x="166688" y="154781"/>
                </a:lnTo>
                <a:cubicBezTo>
                  <a:pt x="179822" y="154781"/>
                  <a:pt x="190500" y="144103"/>
                  <a:pt x="190500" y="130969"/>
                </a:cubicBezTo>
                <a:lnTo>
                  <a:pt x="190500" y="35719"/>
                </a:lnTo>
                <a:cubicBezTo>
                  <a:pt x="190500" y="22585"/>
                  <a:pt x="179822" y="11906"/>
                  <a:pt x="166688" y="11906"/>
                </a:cubicBezTo>
                <a:lnTo>
                  <a:pt x="23812" y="11906"/>
                </a:lnTo>
                <a:close/>
                <a:moveTo>
                  <a:pt x="35719" y="35719"/>
                </a:moveTo>
                <a:lnTo>
                  <a:pt x="154781" y="35719"/>
                </a:lnTo>
                <a:cubicBezTo>
                  <a:pt x="161367" y="35719"/>
                  <a:pt x="166688" y="41039"/>
                  <a:pt x="166688" y="47625"/>
                </a:cubicBezTo>
                <a:lnTo>
                  <a:pt x="166688" y="107156"/>
                </a:lnTo>
                <a:cubicBezTo>
                  <a:pt x="166688" y="113742"/>
                  <a:pt x="161367" y="119063"/>
                  <a:pt x="154781" y="119063"/>
                </a:cubicBezTo>
                <a:lnTo>
                  <a:pt x="35719" y="119063"/>
                </a:lnTo>
                <a:cubicBezTo>
                  <a:pt x="29133" y="119063"/>
                  <a:pt x="23812" y="113742"/>
                  <a:pt x="23812" y="107156"/>
                </a:cubicBezTo>
                <a:lnTo>
                  <a:pt x="23812" y="47625"/>
                </a:lnTo>
                <a:cubicBezTo>
                  <a:pt x="23812" y="41039"/>
                  <a:pt x="29133" y="35719"/>
                  <a:pt x="35719" y="35719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9" name="Text 6"/>
          <p:cNvSpPr/>
          <p:nvPr/>
        </p:nvSpPr>
        <p:spPr>
          <a:xfrm>
            <a:off x="809625" y="2657359"/>
            <a:ext cx="3324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 Layer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9125" y="3048461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1" name="Text 8"/>
          <p:cNvSpPr/>
          <p:nvPr/>
        </p:nvSpPr>
        <p:spPr>
          <a:xfrm>
            <a:off x="838200" y="298236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React UI: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Interactive user interface components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14363" y="3371920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3" name="Text 10"/>
          <p:cNvSpPr/>
          <p:nvPr/>
        </p:nvSpPr>
        <p:spPr>
          <a:xfrm>
            <a:off x="824508" y="3324497"/>
            <a:ext cx="32861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Monaco Editor: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Feature-rich code editing experience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19125" y="3895993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5" name="Text 12"/>
          <p:cNvSpPr/>
          <p:nvPr/>
        </p:nvSpPr>
        <p:spPr>
          <a:xfrm>
            <a:off x="838200" y="3857892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Socket.IO Client: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Real-time event handling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09600" y="4238116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7" name="Text 14"/>
          <p:cNvSpPr/>
          <p:nvPr/>
        </p:nvSpPr>
        <p:spPr>
          <a:xfrm>
            <a:off x="818317" y="4200012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State Management: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Application state with React Hooks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286250" y="2769320"/>
            <a:ext cx="38100" cy="1981200"/>
          </a:xfrm>
          <a:custGeom>
            <a:avLst/>
            <a:gdLst/>
            <a:ahLst/>
            <a:cxnLst/>
            <a:rect l="l" t="t" r="r" b="b"/>
            <a:pathLst>
              <a:path w="38100" h="1981200">
                <a:moveTo>
                  <a:pt x="0" y="0"/>
                </a:moveTo>
                <a:lnTo>
                  <a:pt x="38100" y="0"/>
                </a:lnTo>
                <a:lnTo>
                  <a:pt x="38100" y="1981200"/>
                </a:lnTo>
                <a:lnTo>
                  <a:pt x="0" y="1981200"/>
                </a:lnTo>
                <a:lnTo>
                  <a:pt x="0" y="0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19" name="Shape 16"/>
          <p:cNvSpPr/>
          <p:nvPr/>
        </p:nvSpPr>
        <p:spPr>
          <a:xfrm>
            <a:off x="4511349" y="278036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0" name="Text 17"/>
          <p:cNvSpPr/>
          <p:nvPr/>
        </p:nvSpPr>
        <p:spPr>
          <a:xfrm>
            <a:off x="4791075" y="2731996"/>
            <a:ext cx="3324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Layer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495800" y="3067584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2" name="Text 19"/>
          <p:cNvSpPr/>
          <p:nvPr/>
        </p:nvSpPr>
        <p:spPr>
          <a:xfrm>
            <a:off x="4724400" y="3019694"/>
            <a:ext cx="3105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Express.js Server: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API routing and middleware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495800" y="3366162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4" name="Text 21"/>
          <p:cNvSpPr/>
          <p:nvPr/>
        </p:nvSpPr>
        <p:spPr>
          <a:xfrm>
            <a:off x="4703207" y="3305834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Socket.IO Server: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WebSocket connection management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4485499" y="3932223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6" name="Text 23"/>
          <p:cNvSpPr/>
          <p:nvPr/>
        </p:nvSpPr>
        <p:spPr>
          <a:xfrm>
            <a:off x="4722733" y="3773916"/>
            <a:ext cx="327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Authentication: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JWT-based user session handling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4491717" y="4317888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8" name="Text 25"/>
          <p:cNvSpPr/>
          <p:nvPr/>
        </p:nvSpPr>
        <p:spPr>
          <a:xfrm>
            <a:off x="4724400" y="4260662"/>
            <a:ext cx="3028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Business Logic: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Core application functionality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172450" y="2741333"/>
            <a:ext cx="38100" cy="1981200"/>
          </a:xfrm>
          <a:custGeom>
            <a:avLst/>
            <a:gdLst/>
            <a:ahLst/>
            <a:cxnLst/>
            <a:rect l="l" t="t" r="r" b="b"/>
            <a:pathLst>
              <a:path w="38100" h="1981200">
                <a:moveTo>
                  <a:pt x="0" y="0"/>
                </a:moveTo>
                <a:lnTo>
                  <a:pt x="38100" y="0"/>
                </a:lnTo>
                <a:lnTo>
                  <a:pt x="38100" y="1981200"/>
                </a:lnTo>
                <a:lnTo>
                  <a:pt x="0" y="1981200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0" name="Shape 27"/>
          <p:cNvSpPr/>
          <p:nvPr/>
        </p:nvSpPr>
        <p:spPr>
          <a:xfrm>
            <a:off x="8379619" y="2779429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1" name="Text 28"/>
          <p:cNvSpPr/>
          <p:nvPr/>
        </p:nvSpPr>
        <p:spPr>
          <a:xfrm>
            <a:off x="8582025" y="2732002"/>
            <a:ext cx="3324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Database Layer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8391525" y="3197747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3" name="Text 30"/>
          <p:cNvSpPr/>
          <p:nvPr/>
        </p:nvSpPr>
        <p:spPr>
          <a:xfrm>
            <a:off x="8610600" y="3140987"/>
            <a:ext cx="3248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Users Collection: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Authentication and profile data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8391525" y="3465230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5" name="Text 32"/>
          <p:cNvSpPr/>
          <p:nvPr/>
        </p:nvSpPr>
        <p:spPr>
          <a:xfrm>
            <a:off x="8608457" y="3296503"/>
            <a:ext cx="327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Workspaces Collection: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Projects and permissions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8391525" y="3737370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7" name="Text 34"/>
          <p:cNvSpPr/>
          <p:nvPr/>
        </p:nvSpPr>
        <p:spPr>
          <a:xfrm>
            <a:off x="8610600" y="3699271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Files Collection: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Code content and metadata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8391525" y="4051502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92601" y="69473"/>
                </a:moveTo>
                <a:cubicBezTo>
                  <a:pt x="96322" y="73194"/>
                  <a:pt x="96322" y="79236"/>
                  <a:pt x="92601" y="82957"/>
                </a:cubicBezTo>
                <a:lnTo>
                  <a:pt x="35451" y="140107"/>
                </a:lnTo>
                <a:cubicBezTo>
                  <a:pt x="31730" y="143828"/>
                  <a:pt x="25688" y="143828"/>
                  <a:pt x="21967" y="140107"/>
                </a:cubicBezTo>
                <a:cubicBezTo>
                  <a:pt x="18246" y="136386"/>
                  <a:pt x="18246" y="130344"/>
                  <a:pt x="21967" y="126623"/>
                </a:cubicBezTo>
                <a:lnTo>
                  <a:pt x="72390" y="76200"/>
                </a:lnTo>
                <a:lnTo>
                  <a:pt x="21997" y="25777"/>
                </a:lnTo>
                <a:cubicBezTo>
                  <a:pt x="18276" y="22056"/>
                  <a:pt x="18276" y="16014"/>
                  <a:pt x="21997" y="12293"/>
                </a:cubicBezTo>
                <a:cubicBezTo>
                  <a:pt x="25718" y="8573"/>
                  <a:pt x="31760" y="8573"/>
                  <a:pt x="35481" y="12293"/>
                </a:cubicBezTo>
                <a:lnTo>
                  <a:pt x="92631" y="6944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9" name="Text 36"/>
          <p:cNvSpPr/>
          <p:nvPr/>
        </p:nvSpPr>
        <p:spPr>
          <a:xfrm>
            <a:off x="8607147" y="3882774"/>
            <a:ext cx="327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Versions Collection: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Change history and audit trail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63500" cy="508000"/>
          </a:xfrm>
          <a:custGeom>
            <a:avLst/>
            <a:gdLst/>
            <a:ahLst/>
            <a:cxnLst/>
            <a:rect l="l" t="t" r="r" b="b"/>
            <a:pathLst>
              <a:path w="63500" h="508000">
                <a:moveTo>
                  <a:pt x="0" y="0"/>
                </a:moveTo>
                <a:lnTo>
                  <a:pt x="63500" y="0"/>
                </a:lnTo>
                <a:lnTo>
                  <a:pt x="63500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" name="Text 1"/>
          <p:cNvSpPr/>
          <p:nvPr/>
        </p:nvSpPr>
        <p:spPr>
          <a:xfrm>
            <a:off x="508000" y="381000"/>
            <a:ext cx="523081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Modular Design of the System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8000" y="920750"/>
            <a:ext cx="11445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 of 11 Independent Modules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3850" y="1339851"/>
            <a:ext cx="5640387" cy="1555750"/>
          </a:xfrm>
          <a:custGeom>
            <a:avLst/>
            <a:gdLst/>
            <a:ahLst/>
            <a:cxnLst/>
            <a:rect l="l" t="t" r="r" b="b"/>
            <a:pathLst>
              <a:path w="5640387" h="2695575">
                <a:moveTo>
                  <a:pt x="63508" y="0"/>
                </a:moveTo>
                <a:lnTo>
                  <a:pt x="5576880" y="0"/>
                </a:lnTo>
                <a:cubicBezTo>
                  <a:pt x="5611954" y="0"/>
                  <a:pt x="5640387" y="28433"/>
                  <a:pt x="5640387" y="63508"/>
                </a:cubicBezTo>
                <a:lnTo>
                  <a:pt x="5640387" y="2632067"/>
                </a:lnTo>
                <a:cubicBezTo>
                  <a:pt x="5640387" y="2667142"/>
                  <a:pt x="5611954" y="2695575"/>
                  <a:pt x="5576880" y="2695575"/>
                </a:cubicBezTo>
                <a:lnTo>
                  <a:pt x="63508" y="2695575"/>
                </a:lnTo>
                <a:cubicBezTo>
                  <a:pt x="28433" y="2695575"/>
                  <a:pt x="0" y="2667142"/>
                  <a:pt x="0" y="2632067"/>
                </a:cubicBezTo>
                <a:lnTo>
                  <a:pt x="0" y="63508"/>
                </a:lnTo>
                <a:cubicBezTo>
                  <a:pt x="0" y="28457"/>
                  <a:pt x="28457" y="0"/>
                  <a:pt x="63508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20320">
            <a:solidFill>
              <a:srgbClr val="4DB6A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5950" y="1624009"/>
            <a:ext cx="238125" cy="238125"/>
          </a:xfrm>
          <a:custGeom>
            <a:avLst/>
            <a:gdLst/>
            <a:ahLst/>
            <a:cxnLst/>
            <a:rect l="l" t="t" r="r" b="b"/>
            <a:pathLst>
              <a:path w="238125" h="238125">
                <a:moveTo>
                  <a:pt x="132085" y="-605"/>
                </a:moveTo>
                <a:cubicBezTo>
                  <a:pt x="124039" y="-5255"/>
                  <a:pt x="114086" y="-5255"/>
                  <a:pt x="106040" y="-605"/>
                </a:cubicBezTo>
                <a:lnTo>
                  <a:pt x="66880" y="21999"/>
                </a:lnTo>
                <a:cubicBezTo>
                  <a:pt x="58834" y="26650"/>
                  <a:pt x="53857" y="35254"/>
                  <a:pt x="53857" y="44555"/>
                </a:cubicBezTo>
                <a:lnTo>
                  <a:pt x="53857" y="91948"/>
                </a:lnTo>
                <a:lnTo>
                  <a:pt x="12790" y="115667"/>
                </a:lnTo>
                <a:cubicBezTo>
                  <a:pt x="4744" y="120318"/>
                  <a:pt x="-233" y="128922"/>
                  <a:pt x="-233" y="138224"/>
                </a:cubicBezTo>
                <a:lnTo>
                  <a:pt x="-233" y="183477"/>
                </a:lnTo>
                <a:cubicBezTo>
                  <a:pt x="-233" y="192779"/>
                  <a:pt x="4744" y="201383"/>
                  <a:pt x="12790" y="206034"/>
                </a:cubicBezTo>
                <a:lnTo>
                  <a:pt x="51997" y="228637"/>
                </a:lnTo>
                <a:cubicBezTo>
                  <a:pt x="60043" y="233288"/>
                  <a:pt x="69996" y="233288"/>
                  <a:pt x="78042" y="228637"/>
                </a:cubicBezTo>
                <a:lnTo>
                  <a:pt x="119109" y="204918"/>
                </a:lnTo>
                <a:lnTo>
                  <a:pt x="160176" y="228637"/>
                </a:lnTo>
                <a:cubicBezTo>
                  <a:pt x="168222" y="233288"/>
                  <a:pt x="178175" y="233288"/>
                  <a:pt x="186221" y="228637"/>
                </a:cubicBezTo>
                <a:lnTo>
                  <a:pt x="225335" y="206034"/>
                </a:lnTo>
                <a:cubicBezTo>
                  <a:pt x="233381" y="201383"/>
                  <a:pt x="238358" y="192779"/>
                  <a:pt x="238358" y="183477"/>
                </a:cubicBezTo>
                <a:lnTo>
                  <a:pt x="238358" y="138224"/>
                </a:lnTo>
                <a:cubicBezTo>
                  <a:pt x="238358" y="128922"/>
                  <a:pt x="233381" y="120318"/>
                  <a:pt x="225335" y="115667"/>
                </a:cubicBezTo>
                <a:lnTo>
                  <a:pt x="184268" y="91948"/>
                </a:lnTo>
                <a:lnTo>
                  <a:pt x="184268" y="44555"/>
                </a:lnTo>
                <a:cubicBezTo>
                  <a:pt x="184268" y="35254"/>
                  <a:pt x="179291" y="26650"/>
                  <a:pt x="171245" y="21999"/>
                </a:cubicBezTo>
                <a:lnTo>
                  <a:pt x="132085" y="-605"/>
                </a:lnTo>
                <a:close/>
                <a:moveTo>
                  <a:pt x="107900" y="136085"/>
                </a:moveTo>
                <a:lnTo>
                  <a:pt x="107900" y="185617"/>
                </a:lnTo>
                <a:lnTo>
                  <a:pt x="66833" y="209336"/>
                </a:lnTo>
                <a:cubicBezTo>
                  <a:pt x="66275" y="209662"/>
                  <a:pt x="65624" y="209848"/>
                  <a:pt x="64973" y="209848"/>
                </a:cubicBezTo>
                <a:lnTo>
                  <a:pt x="64973" y="160874"/>
                </a:lnTo>
                <a:lnTo>
                  <a:pt x="107900" y="136085"/>
                </a:lnTo>
                <a:close/>
                <a:moveTo>
                  <a:pt x="215522" y="136364"/>
                </a:moveTo>
                <a:cubicBezTo>
                  <a:pt x="215847" y="136922"/>
                  <a:pt x="216033" y="137573"/>
                  <a:pt x="216033" y="138224"/>
                </a:cubicBezTo>
                <a:lnTo>
                  <a:pt x="216033" y="183477"/>
                </a:lnTo>
                <a:cubicBezTo>
                  <a:pt x="216033" y="184826"/>
                  <a:pt x="215336" y="186035"/>
                  <a:pt x="214173" y="186686"/>
                </a:cubicBezTo>
                <a:lnTo>
                  <a:pt x="174966" y="209290"/>
                </a:lnTo>
                <a:cubicBezTo>
                  <a:pt x="174408" y="209615"/>
                  <a:pt x="173757" y="209801"/>
                  <a:pt x="173106" y="209801"/>
                </a:cubicBezTo>
                <a:lnTo>
                  <a:pt x="173106" y="160827"/>
                </a:lnTo>
                <a:lnTo>
                  <a:pt x="215522" y="136364"/>
                </a:lnTo>
                <a:close/>
                <a:moveTo>
                  <a:pt x="161990" y="44555"/>
                </a:moveTo>
                <a:lnTo>
                  <a:pt x="161990" y="91948"/>
                </a:lnTo>
                <a:lnTo>
                  <a:pt x="119062" y="116737"/>
                </a:lnTo>
                <a:lnTo>
                  <a:pt x="119062" y="67205"/>
                </a:lnTo>
                <a:lnTo>
                  <a:pt x="161479" y="42742"/>
                </a:lnTo>
                <a:cubicBezTo>
                  <a:pt x="161804" y="43300"/>
                  <a:pt x="161990" y="43951"/>
                  <a:pt x="161990" y="44602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7" name="Text 5"/>
          <p:cNvSpPr/>
          <p:nvPr/>
        </p:nvSpPr>
        <p:spPr>
          <a:xfrm>
            <a:off x="885825" y="1600197"/>
            <a:ext cx="4937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Modular Architecture Approach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84200" y="2012947"/>
            <a:ext cx="5199063" cy="777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5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system is divided into </a:t>
            </a:r>
            <a:r>
              <a:rPr lang="en-US" sz="125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 independent modules</a:t>
            </a:r>
            <a:r>
              <a:rPr lang="en-US" sz="125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each handling a specific responsibility.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33375" y="4228304"/>
            <a:ext cx="31750" cy="1555750"/>
          </a:xfrm>
          <a:custGeom>
            <a:avLst/>
            <a:gdLst/>
            <a:ahLst/>
            <a:cxnLst/>
            <a:rect l="l" t="t" r="r" b="b"/>
            <a:pathLst>
              <a:path w="31750" h="1555750">
                <a:moveTo>
                  <a:pt x="0" y="0"/>
                </a:moveTo>
                <a:lnTo>
                  <a:pt x="31750" y="0"/>
                </a:lnTo>
                <a:lnTo>
                  <a:pt x="31750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16" name="Text 14"/>
          <p:cNvSpPr/>
          <p:nvPr/>
        </p:nvSpPr>
        <p:spPr>
          <a:xfrm>
            <a:off x="539750" y="4228304"/>
            <a:ext cx="552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Design Principles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8523" y="4656832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25016" h="142875">
                <a:moveTo>
                  <a:pt x="46881" y="8930"/>
                </a:moveTo>
                <a:lnTo>
                  <a:pt x="6697" y="8930"/>
                </a:lnTo>
                <a:cubicBezTo>
                  <a:pt x="2986" y="8930"/>
                  <a:pt x="0" y="11916"/>
                  <a:pt x="0" y="15627"/>
                </a:cubicBezTo>
                <a:lnTo>
                  <a:pt x="0" y="55811"/>
                </a:lnTo>
                <a:cubicBezTo>
                  <a:pt x="0" y="58517"/>
                  <a:pt x="1619" y="60973"/>
                  <a:pt x="4130" y="62006"/>
                </a:cubicBezTo>
                <a:cubicBezTo>
                  <a:pt x="6641" y="63038"/>
                  <a:pt x="9516" y="62452"/>
                  <a:pt x="11441" y="60554"/>
                </a:cubicBezTo>
                <a:lnTo>
                  <a:pt x="22603" y="49392"/>
                </a:lnTo>
                <a:lnTo>
                  <a:pt x="44648" y="71438"/>
                </a:lnTo>
                <a:lnTo>
                  <a:pt x="22603" y="93483"/>
                </a:lnTo>
                <a:lnTo>
                  <a:pt x="11441" y="82321"/>
                </a:lnTo>
                <a:cubicBezTo>
                  <a:pt x="9516" y="80395"/>
                  <a:pt x="6641" y="79837"/>
                  <a:pt x="4130" y="80869"/>
                </a:cubicBezTo>
                <a:cubicBezTo>
                  <a:pt x="1619" y="81902"/>
                  <a:pt x="0" y="84358"/>
                  <a:pt x="0" y="87064"/>
                </a:cubicBezTo>
                <a:lnTo>
                  <a:pt x="0" y="127248"/>
                </a:lnTo>
                <a:cubicBezTo>
                  <a:pt x="0" y="130959"/>
                  <a:pt x="2986" y="133945"/>
                  <a:pt x="6697" y="133945"/>
                </a:cubicBezTo>
                <a:lnTo>
                  <a:pt x="46881" y="133945"/>
                </a:lnTo>
                <a:cubicBezTo>
                  <a:pt x="49588" y="133945"/>
                  <a:pt x="52043" y="132327"/>
                  <a:pt x="53076" y="129815"/>
                </a:cubicBezTo>
                <a:cubicBezTo>
                  <a:pt x="54108" y="127304"/>
                  <a:pt x="53550" y="124430"/>
                  <a:pt x="51625" y="122504"/>
                </a:cubicBezTo>
                <a:lnTo>
                  <a:pt x="40463" y="111342"/>
                </a:lnTo>
                <a:lnTo>
                  <a:pt x="62508" y="89297"/>
                </a:lnTo>
                <a:lnTo>
                  <a:pt x="84553" y="111342"/>
                </a:lnTo>
                <a:lnTo>
                  <a:pt x="73391" y="122504"/>
                </a:lnTo>
                <a:cubicBezTo>
                  <a:pt x="71465" y="124430"/>
                  <a:pt x="70907" y="127304"/>
                  <a:pt x="71940" y="129815"/>
                </a:cubicBezTo>
                <a:cubicBezTo>
                  <a:pt x="72972" y="132327"/>
                  <a:pt x="75428" y="133945"/>
                  <a:pt x="78135" y="133945"/>
                </a:cubicBezTo>
                <a:lnTo>
                  <a:pt x="118318" y="133945"/>
                </a:lnTo>
                <a:cubicBezTo>
                  <a:pt x="122030" y="133945"/>
                  <a:pt x="125016" y="130959"/>
                  <a:pt x="125016" y="127248"/>
                </a:cubicBezTo>
                <a:lnTo>
                  <a:pt x="125016" y="87064"/>
                </a:lnTo>
                <a:cubicBezTo>
                  <a:pt x="125016" y="84358"/>
                  <a:pt x="123397" y="81902"/>
                  <a:pt x="120886" y="80869"/>
                </a:cubicBezTo>
                <a:cubicBezTo>
                  <a:pt x="118374" y="79837"/>
                  <a:pt x="115500" y="80395"/>
                  <a:pt x="113574" y="82321"/>
                </a:cubicBezTo>
                <a:lnTo>
                  <a:pt x="102412" y="93483"/>
                </a:lnTo>
                <a:lnTo>
                  <a:pt x="80367" y="71438"/>
                </a:lnTo>
                <a:lnTo>
                  <a:pt x="102412" y="49392"/>
                </a:lnTo>
                <a:lnTo>
                  <a:pt x="113574" y="60554"/>
                </a:lnTo>
                <a:cubicBezTo>
                  <a:pt x="115500" y="62480"/>
                  <a:pt x="118374" y="63038"/>
                  <a:pt x="120886" y="62006"/>
                </a:cubicBezTo>
                <a:cubicBezTo>
                  <a:pt x="123397" y="60973"/>
                  <a:pt x="125016" y="58517"/>
                  <a:pt x="125016" y="55811"/>
                </a:cubicBezTo>
                <a:lnTo>
                  <a:pt x="125016" y="15627"/>
                </a:lnTo>
                <a:cubicBezTo>
                  <a:pt x="125016" y="11916"/>
                  <a:pt x="122030" y="8930"/>
                  <a:pt x="118318" y="8930"/>
                </a:cubicBezTo>
                <a:lnTo>
                  <a:pt x="78135" y="8930"/>
                </a:lnTo>
                <a:cubicBezTo>
                  <a:pt x="75428" y="8930"/>
                  <a:pt x="72972" y="10548"/>
                  <a:pt x="71940" y="13060"/>
                </a:cubicBezTo>
                <a:cubicBezTo>
                  <a:pt x="70907" y="15571"/>
                  <a:pt x="71493" y="18445"/>
                  <a:pt x="73391" y="20371"/>
                </a:cubicBezTo>
                <a:lnTo>
                  <a:pt x="84553" y="31533"/>
                </a:lnTo>
                <a:lnTo>
                  <a:pt x="62508" y="53578"/>
                </a:lnTo>
                <a:lnTo>
                  <a:pt x="40463" y="31533"/>
                </a:lnTo>
                <a:lnTo>
                  <a:pt x="51625" y="20371"/>
                </a:lnTo>
                <a:cubicBezTo>
                  <a:pt x="53550" y="18445"/>
                  <a:pt x="54108" y="15571"/>
                  <a:pt x="53076" y="13060"/>
                </a:cubicBezTo>
                <a:cubicBezTo>
                  <a:pt x="52043" y="10548"/>
                  <a:pt x="49588" y="8930"/>
                  <a:pt x="46881" y="893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18" name="Text 16"/>
          <p:cNvSpPr/>
          <p:nvPr/>
        </p:nvSpPr>
        <p:spPr>
          <a:xfrm>
            <a:off x="813594" y="4609207"/>
            <a:ext cx="42386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Scalability: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Easy to add new features without affecting existing code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50664" y="4974332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42149" y="27515"/>
                </a:moveTo>
                <a:cubicBezTo>
                  <a:pt x="144270" y="25394"/>
                  <a:pt x="147814" y="25924"/>
                  <a:pt x="148875" y="28715"/>
                </a:cubicBezTo>
                <a:cubicBezTo>
                  <a:pt x="150772" y="33654"/>
                  <a:pt x="151805" y="39039"/>
                  <a:pt x="151805" y="44648"/>
                </a:cubicBezTo>
                <a:cubicBezTo>
                  <a:pt x="151805" y="69317"/>
                  <a:pt x="131825" y="89297"/>
                  <a:pt x="107156" y="89297"/>
                </a:cubicBezTo>
                <a:cubicBezTo>
                  <a:pt x="102273" y="89297"/>
                  <a:pt x="97557" y="88516"/>
                  <a:pt x="93148" y="87064"/>
                </a:cubicBezTo>
                <a:lnTo>
                  <a:pt x="40993" y="139219"/>
                </a:lnTo>
                <a:cubicBezTo>
                  <a:pt x="33151" y="147061"/>
                  <a:pt x="20427" y="147061"/>
                  <a:pt x="12585" y="139219"/>
                </a:cubicBezTo>
                <a:cubicBezTo>
                  <a:pt x="4744" y="131378"/>
                  <a:pt x="4744" y="118653"/>
                  <a:pt x="12585" y="110812"/>
                </a:cubicBezTo>
                <a:lnTo>
                  <a:pt x="64740" y="58657"/>
                </a:lnTo>
                <a:cubicBezTo>
                  <a:pt x="63289" y="54248"/>
                  <a:pt x="62508" y="49560"/>
                  <a:pt x="62508" y="44648"/>
                </a:cubicBezTo>
                <a:cubicBezTo>
                  <a:pt x="62508" y="19980"/>
                  <a:pt x="82488" y="0"/>
                  <a:pt x="107156" y="0"/>
                </a:cubicBezTo>
                <a:cubicBezTo>
                  <a:pt x="112765" y="0"/>
                  <a:pt x="118151" y="1032"/>
                  <a:pt x="123090" y="2930"/>
                </a:cubicBezTo>
                <a:cubicBezTo>
                  <a:pt x="125881" y="3990"/>
                  <a:pt x="126383" y="7534"/>
                  <a:pt x="124290" y="9655"/>
                </a:cubicBezTo>
                <a:lnTo>
                  <a:pt x="99538" y="34407"/>
                </a:lnTo>
                <a:cubicBezTo>
                  <a:pt x="98701" y="35244"/>
                  <a:pt x="98227" y="36388"/>
                  <a:pt x="98227" y="37560"/>
                </a:cubicBezTo>
                <a:lnTo>
                  <a:pt x="98227" y="49113"/>
                </a:lnTo>
                <a:cubicBezTo>
                  <a:pt x="98227" y="51569"/>
                  <a:pt x="100236" y="53578"/>
                  <a:pt x="102691" y="53578"/>
                </a:cubicBezTo>
                <a:lnTo>
                  <a:pt x="114244" y="53578"/>
                </a:lnTo>
                <a:cubicBezTo>
                  <a:pt x="115416" y="53578"/>
                  <a:pt x="116560" y="53104"/>
                  <a:pt x="117397" y="52267"/>
                </a:cubicBezTo>
                <a:lnTo>
                  <a:pt x="142149" y="27515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0" name="Text 18"/>
          <p:cNvSpPr/>
          <p:nvPr/>
        </p:nvSpPr>
        <p:spPr>
          <a:xfrm>
            <a:off x="813594" y="4926707"/>
            <a:ext cx="4587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Maintainability: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Clear module boundaries simplify debugging and updates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59594" y="5291832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53578" y="17859"/>
                </a:moveTo>
                <a:cubicBezTo>
                  <a:pt x="53578" y="12920"/>
                  <a:pt x="57569" y="8930"/>
                  <a:pt x="62508" y="8930"/>
                </a:cubicBezTo>
                <a:lnTo>
                  <a:pt x="80367" y="8930"/>
                </a:lnTo>
                <a:cubicBezTo>
                  <a:pt x="85306" y="8930"/>
                  <a:pt x="89297" y="12920"/>
                  <a:pt x="89297" y="17859"/>
                </a:cubicBezTo>
                <a:lnTo>
                  <a:pt x="89297" y="35719"/>
                </a:lnTo>
                <a:cubicBezTo>
                  <a:pt x="89297" y="40658"/>
                  <a:pt x="85306" y="44648"/>
                  <a:pt x="80367" y="44648"/>
                </a:cubicBezTo>
                <a:lnTo>
                  <a:pt x="78135" y="44648"/>
                </a:lnTo>
                <a:lnTo>
                  <a:pt x="78135" y="62508"/>
                </a:lnTo>
                <a:lnTo>
                  <a:pt x="111621" y="62508"/>
                </a:lnTo>
                <a:cubicBezTo>
                  <a:pt x="122727" y="62508"/>
                  <a:pt x="131713" y="71493"/>
                  <a:pt x="131713" y="82600"/>
                </a:cubicBezTo>
                <a:lnTo>
                  <a:pt x="131713" y="98227"/>
                </a:lnTo>
                <a:lnTo>
                  <a:pt x="133945" y="98227"/>
                </a:lnTo>
                <a:cubicBezTo>
                  <a:pt x="138885" y="98227"/>
                  <a:pt x="142875" y="102217"/>
                  <a:pt x="142875" y="107156"/>
                </a:cubicBezTo>
                <a:lnTo>
                  <a:pt x="142875" y="125016"/>
                </a:lnTo>
                <a:cubicBezTo>
                  <a:pt x="142875" y="129955"/>
                  <a:pt x="138885" y="133945"/>
                  <a:pt x="133945" y="133945"/>
                </a:cubicBezTo>
                <a:lnTo>
                  <a:pt x="116086" y="133945"/>
                </a:lnTo>
                <a:cubicBezTo>
                  <a:pt x="111147" y="133945"/>
                  <a:pt x="107156" y="129955"/>
                  <a:pt x="107156" y="125016"/>
                </a:cubicBezTo>
                <a:lnTo>
                  <a:pt x="107156" y="107156"/>
                </a:lnTo>
                <a:cubicBezTo>
                  <a:pt x="107156" y="102217"/>
                  <a:pt x="111147" y="98227"/>
                  <a:pt x="116086" y="98227"/>
                </a:cubicBezTo>
                <a:lnTo>
                  <a:pt x="118318" y="98227"/>
                </a:lnTo>
                <a:lnTo>
                  <a:pt x="118318" y="82600"/>
                </a:lnTo>
                <a:cubicBezTo>
                  <a:pt x="118318" y="78888"/>
                  <a:pt x="115332" y="75902"/>
                  <a:pt x="111621" y="75902"/>
                </a:cubicBezTo>
                <a:lnTo>
                  <a:pt x="78135" y="75902"/>
                </a:lnTo>
                <a:lnTo>
                  <a:pt x="78135" y="98227"/>
                </a:lnTo>
                <a:lnTo>
                  <a:pt x="80367" y="98227"/>
                </a:lnTo>
                <a:cubicBezTo>
                  <a:pt x="85306" y="98227"/>
                  <a:pt x="89297" y="102217"/>
                  <a:pt x="89297" y="107156"/>
                </a:cubicBezTo>
                <a:lnTo>
                  <a:pt x="89297" y="125016"/>
                </a:lnTo>
                <a:cubicBezTo>
                  <a:pt x="89297" y="129955"/>
                  <a:pt x="85306" y="133945"/>
                  <a:pt x="80367" y="133945"/>
                </a:cubicBezTo>
                <a:lnTo>
                  <a:pt x="62508" y="133945"/>
                </a:lnTo>
                <a:cubicBezTo>
                  <a:pt x="57569" y="133945"/>
                  <a:pt x="53578" y="129955"/>
                  <a:pt x="53578" y="125016"/>
                </a:cubicBezTo>
                <a:lnTo>
                  <a:pt x="53578" y="107156"/>
                </a:lnTo>
                <a:cubicBezTo>
                  <a:pt x="53578" y="102217"/>
                  <a:pt x="57569" y="98227"/>
                  <a:pt x="62508" y="98227"/>
                </a:cubicBezTo>
                <a:lnTo>
                  <a:pt x="64740" y="98227"/>
                </a:lnTo>
                <a:lnTo>
                  <a:pt x="64740" y="75902"/>
                </a:lnTo>
                <a:lnTo>
                  <a:pt x="31254" y="75902"/>
                </a:lnTo>
                <a:cubicBezTo>
                  <a:pt x="27543" y="75902"/>
                  <a:pt x="24557" y="78888"/>
                  <a:pt x="24557" y="82600"/>
                </a:cubicBezTo>
                <a:lnTo>
                  <a:pt x="24557" y="98227"/>
                </a:lnTo>
                <a:lnTo>
                  <a:pt x="26789" y="98227"/>
                </a:lnTo>
                <a:cubicBezTo>
                  <a:pt x="31728" y="98227"/>
                  <a:pt x="35719" y="102217"/>
                  <a:pt x="35719" y="107156"/>
                </a:cubicBezTo>
                <a:lnTo>
                  <a:pt x="35719" y="125016"/>
                </a:lnTo>
                <a:cubicBezTo>
                  <a:pt x="35719" y="129955"/>
                  <a:pt x="31728" y="133945"/>
                  <a:pt x="26789" y="133945"/>
                </a:cubicBezTo>
                <a:lnTo>
                  <a:pt x="8930" y="133945"/>
                </a:lnTo>
                <a:cubicBezTo>
                  <a:pt x="3990" y="133945"/>
                  <a:pt x="0" y="129955"/>
                  <a:pt x="0" y="125016"/>
                </a:cubicBezTo>
                <a:lnTo>
                  <a:pt x="0" y="107156"/>
                </a:lnTo>
                <a:cubicBezTo>
                  <a:pt x="0" y="102217"/>
                  <a:pt x="3990" y="98227"/>
                  <a:pt x="8930" y="98227"/>
                </a:cubicBezTo>
                <a:lnTo>
                  <a:pt x="11162" y="98227"/>
                </a:lnTo>
                <a:lnTo>
                  <a:pt x="11162" y="82600"/>
                </a:lnTo>
                <a:cubicBezTo>
                  <a:pt x="11162" y="71493"/>
                  <a:pt x="20148" y="62508"/>
                  <a:pt x="31254" y="62508"/>
                </a:cubicBezTo>
                <a:lnTo>
                  <a:pt x="64740" y="62508"/>
                </a:lnTo>
                <a:lnTo>
                  <a:pt x="64740" y="44648"/>
                </a:lnTo>
                <a:lnTo>
                  <a:pt x="62508" y="44648"/>
                </a:lnTo>
                <a:cubicBezTo>
                  <a:pt x="57569" y="44648"/>
                  <a:pt x="53578" y="40658"/>
                  <a:pt x="53578" y="35719"/>
                </a:cubicBezTo>
                <a:lnTo>
                  <a:pt x="53578" y="17859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2" name="Text 20"/>
          <p:cNvSpPr/>
          <p:nvPr/>
        </p:nvSpPr>
        <p:spPr>
          <a:xfrm>
            <a:off x="813594" y="5244207"/>
            <a:ext cx="4675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Clarity: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Well-defined module boundaries make the system understandable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1734" y="5609332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178594" h="142875">
                <a:moveTo>
                  <a:pt x="89297" y="4465"/>
                </a:moveTo>
                <a:cubicBezTo>
                  <a:pt x="105314" y="4465"/>
                  <a:pt x="118318" y="17469"/>
                  <a:pt x="118318" y="33486"/>
                </a:cubicBezTo>
                <a:cubicBezTo>
                  <a:pt x="118318" y="49504"/>
                  <a:pt x="105314" y="62508"/>
                  <a:pt x="89297" y="62508"/>
                </a:cubicBezTo>
                <a:cubicBezTo>
                  <a:pt x="73279" y="62508"/>
                  <a:pt x="60275" y="49504"/>
                  <a:pt x="60275" y="33486"/>
                </a:cubicBezTo>
                <a:cubicBezTo>
                  <a:pt x="60275" y="17469"/>
                  <a:pt x="73279" y="4465"/>
                  <a:pt x="89297" y="4465"/>
                </a:cubicBezTo>
                <a:close/>
                <a:moveTo>
                  <a:pt x="26789" y="24557"/>
                </a:moveTo>
                <a:cubicBezTo>
                  <a:pt x="37878" y="24557"/>
                  <a:pt x="46881" y="33559"/>
                  <a:pt x="46881" y="44648"/>
                </a:cubicBezTo>
                <a:cubicBezTo>
                  <a:pt x="46881" y="55737"/>
                  <a:pt x="37878" y="64740"/>
                  <a:pt x="26789" y="64740"/>
                </a:cubicBezTo>
                <a:cubicBezTo>
                  <a:pt x="15700" y="64740"/>
                  <a:pt x="6697" y="55737"/>
                  <a:pt x="6697" y="44648"/>
                </a:cubicBezTo>
                <a:cubicBezTo>
                  <a:pt x="6697" y="33559"/>
                  <a:pt x="15700" y="24557"/>
                  <a:pt x="26789" y="24557"/>
                </a:cubicBezTo>
                <a:close/>
                <a:moveTo>
                  <a:pt x="0" y="116086"/>
                </a:moveTo>
                <a:cubicBezTo>
                  <a:pt x="0" y="96357"/>
                  <a:pt x="15990" y="80367"/>
                  <a:pt x="35719" y="80367"/>
                </a:cubicBezTo>
                <a:cubicBezTo>
                  <a:pt x="39291" y="80367"/>
                  <a:pt x="42751" y="80897"/>
                  <a:pt x="46016" y="81874"/>
                </a:cubicBezTo>
                <a:cubicBezTo>
                  <a:pt x="36835" y="92143"/>
                  <a:pt x="31254" y="105705"/>
                  <a:pt x="31254" y="120551"/>
                </a:cubicBezTo>
                <a:lnTo>
                  <a:pt x="31254" y="125016"/>
                </a:lnTo>
                <a:cubicBezTo>
                  <a:pt x="31254" y="128197"/>
                  <a:pt x="31924" y="131211"/>
                  <a:pt x="33124" y="133945"/>
                </a:cubicBezTo>
                <a:lnTo>
                  <a:pt x="8930" y="133945"/>
                </a:lnTo>
                <a:cubicBezTo>
                  <a:pt x="3990" y="133945"/>
                  <a:pt x="0" y="129955"/>
                  <a:pt x="0" y="125016"/>
                </a:cubicBezTo>
                <a:lnTo>
                  <a:pt x="0" y="116086"/>
                </a:lnTo>
                <a:close/>
                <a:moveTo>
                  <a:pt x="145470" y="133945"/>
                </a:moveTo>
                <a:cubicBezTo>
                  <a:pt x="146670" y="131211"/>
                  <a:pt x="147340" y="128197"/>
                  <a:pt x="147340" y="125016"/>
                </a:cubicBezTo>
                <a:lnTo>
                  <a:pt x="147340" y="120551"/>
                </a:lnTo>
                <a:cubicBezTo>
                  <a:pt x="147340" y="105705"/>
                  <a:pt x="141759" y="92143"/>
                  <a:pt x="132578" y="81874"/>
                </a:cubicBezTo>
                <a:cubicBezTo>
                  <a:pt x="135843" y="80897"/>
                  <a:pt x="139303" y="80367"/>
                  <a:pt x="142875" y="80367"/>
                </a:cubicBezTo>
                <a:cubicBezTo>
                  <a:pt x="162604" y="80367"/>
                  <a:pt x="178594" y="96357"/>
                  <a:pt x="178594" y="116086"/>
                </a:cubicBezTo>
                <a:lnTo>
                  <a:pt x="178594" y="125016"/>
                </a:lnTo>
                <a:cubicBezTo>
                  <a:pt x="178594" y="129955"/>
                  <a:pt x="174603" y="133945"/>
                  <a:pt x="169664" y="133945"/>
                </a:cubicBezTo>
                <a:lnTo>
                  <a:pt x="145470" y="133945"/>
                </a:lnTo>
                <a:close/>
                <a:moveTo>
                  <a:pt x="131713" y="44648"/>
                </a:moveTo>
                <a:cubicBezTo>
                  <a:pt x="131713" y="33559"/>
                  <a:pt x="140716" y="24557"/>
                  <a:pt x="151805" y="24557"/>
                </a:cubicBezTo>
                <a:cubicBezTo>
                  <a:pt x="162894" y="24557"/>
                  <a:pt x="171896" y="33559"/>
                  <a:pt x="171896" y="44648"/>
                </a:cubicBezTo>
                <a:cubicBezTo>
                  <a:pt x="171896" y="55737"/>
                  <a:pt x="162894" y="64740"/>
                  <a:pt x="151805" y="64740"/>
                </a:cubicBezTo>
                <a:cubicBezTo>
                  <a:pt x="140716" y="64740"/>
                  <a:pt x="131713" y="55737"/>
                  <a:pt x="131713" y="44648"/>
                </a:cubicBezTo>
                <a:close/>
                <a:moveTo>
                  <a:pt x="44648" y="120551"/>
                </a:moveTo>
                <a:cubicBezTo>
                  <a:pt x="44648" y="95883"/>
                  <a:pt x="64629" y="75902"/>
                  <a:pt x="89297" y="75902"/>
                </a:cubicBezTo>
                <a:cubicBezTo>
                  <a:pt x="113965" y="75902"/>
                  <a:pt x="133945" y="95883"/>
                  <a:pt x="133945" y="120551"/>
                </a:cubicBezTo>
                <a:lnTo>
                  <a:pt x="133945" y="125016"/>
                </a:lnTo>
                <a:cubicBezTo>
                  <a:pt x="133945" y="129955"/>
                  <a:pt x="129955" y="133945"/>
                  <a:pt x="125016" y="133945"/>
                </a:cubicBezTo>
                <a:lnTo>
                  <a:pt x="53578" y="133945"/>
                </a:lnTo>
                <a:cubicBezTo>
                  <a:pt x="48639" y="133945"/>
                  <a:pt x="44648" y="129955"/>
                  <a:pt x="44648" y="125016"/>
                </a:cubicBezTo>
                <a:lnTo>
                  <a:pt x="44648" y="120551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4" name="Text 22"/>
          <p:cNvSpPr/>
          <p:nvPr/>
        </p:nvSpPr>
        <p:spPr>
          <a:xfrm>
            <a:off x="813594" y="5561707"/>
            <a:ext cx="4556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Team Development: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Different developers can work on separate modules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26175" y="1336675"/>
            <a:ext cx="5641975" cy="6332538"/>
          </a:xfrm>
          <a:custGeom>
            <a:avLst/>
            <a:gdLst/>
            <a:ahLst/>
            <a:cxnLst/>
            <a:rect l="l" t="t" r="r" b="b"/>
            <a:pathLst>
              <a:path w="5641975" h="6332538">
                <a:moveTo>
                  <a:pt x="63472" y="0"/>
                </a:moveTo>
                <a:lnTo>
                  <a:pt x="5578503" y="0"/>
                </a:lnTo>
                <a:cubicBezTo>
                  <a:pt x="5613558" y="0"/>
                  <a:pt x="5641975" y="28417"/>
                  <a:pt x="5641975" y="63472"/>
                </a:cubicBezTo>
                <a:lnTo>
                  <a:pt x="5641975" y="6269065"/>
                </a:lnTo>
                <a:cubicBezTo>
                  <a:pt x="5641975" y="6304120"/>
                  <a:pt x="5613558" y="6332538"/>
                  <a:pt x="5578503" y="6332538"/>
                </a:cubicBezTo>
                <a:lnTo>
                  <a:pt x="63472" y="6332538"/>
                </a:lnTo>
                <a:cubicBezTo>
                  <a:pt x="28417" y="6332538"/>
                  <a:pt x="0" y="6304120"/>
                  <a:pt x="0" y="6269065"/>
                </a:cubicBezTo>
                <a:lnTo>
                  <a:pt x="0" y="63472"/>
                </a:lnTo>
                <a:cubicBezTo>
                  <a:pt x="0" y="28441"/>
                  <a:pt x="28441" y="0"/>
                  <a:pt x="63472" y="0"/>
                </a:cubicBezTo>
                <a:close/>
              </a:path>
            </a:pathLst>
          </a:custGeom>
          <a:solidFill>
            <a:srgbClr val="181A1B">
              <a:alpha val="70196"/>
            </a:srgbClr>
          </a:solidFill>
          <a:ln w="10160">
            <a:solidFill>
              <a:srgbClr val="4DB6AC">
                <a:alpha val="50196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43662" y="156199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26789"/>
                </a:moveTo>
                <a:cubicBezTo>
                  <a:pt x="0" y="21878"/>
                  <a:pt x="3981" y="17859"/>
                  <a:pt x="8930" y="17859"/>
                </a:cubicBezTo>
                <a:lnTo>
                  <a:pt x="26789" y="17859"/>
                </a:lnTo>
                <a:cubicBezTo>
                  <a:pt x="31738" y="17859"/>
                  <a:pt x="35719" y="21841"/>
                  <a:pt x="35719" y="26789"/>
                </a:cubicBezTo>
                <a:lnTo>
                  <a:pt x="35719" y="65484"/>
                </a:lnTo>
                <a:lnTo>
                  <a:pt x="44648" y="65484"/>
                </a:lnTo>
                <a:cubicBezTo>
                  <a:pt x="49597" y="65484"/>
                  <a:pt x="53578" y="69466"/>
                  <a:pt x="53578" y="74414"/>
                </a:cubicBezTo>
                <a:cubicBezTo>
                  <a:pt x="53578" y="79363"/>
                  <a:pt x="49597" y="83344"/>
                  <a:pt x="44648" y="83344"/>
                </a:cubicBezTo>
                <a:lnTo>
                  <a:pt x="8930" y="83344"/>
                </a:lnTo>
                <a:cubicBezTo>
                  <a:pt x="3981" y="83344"/>
                  <a:pt x="0" y="79363"/>
                  <a:pt x="0" y="74414"/>
                </a:cubicBezTo>
                <a:cubicBezTo>
                  <a:pt x="0" y="69466"/>
                  <a:pt x="3981" y="65484"/>
                  <a:pt x="8930" y="65484"/>
                </a:cubicBezTo>
                <a:lnTo>
                  <a:pt x="17859" y="65484"/>
                </a:lnTo>
                <a:lnTo>
                  <a:pt x="17859" y="35719"/>
                </a:lnTo>
                <a:lnTo>
                  <a:pt x="8930" y="35719"/>
                </a:lnTo>
                <a:cubicBezTo>
                  <a:pt x="3981" y="35719"/>
                  <a:pt x="0" y="31738"/>
                  <a:pt x="0" y="26789"/>
                </a:cubicBezTo>
                <a:close/>
                <a:moveTo>
                  <a:pt x="11311" y="112068"/>
                </a:moveTo>
                <a:cubicBezTo>
                  <a:pt x="15553" y="108868"/>
                  <a:pt x="20724" y="107156"/>
                  <a:pt x="26045" y="107156"/>
                </a:cubicBezTo>
                <a:lnTo>
                  <a:pt x="27868" y="107156"/>
                </a:lnTo>
                <a:cubicBezTo>
                  <a:pt x="40407" y="107156"/>
                  <a:pt x="50602" y="117351"/>
                  <a:pt x="50602" y="129890"/>
                </a:cubicBezTo>
                <a:cubicBezTo>
                  <a:pt x="50602" y="137182"/>
                  <a:pt x="47104" y="143991"/>
                  <a:pt x="41225" y="148270"/>
                </a:cubicBezTo>
                <a:lnTo>
                  <a:pt x="32296" y="154781"/>
                </a:lnTo>
                <a:lnTo>
                  <a:pt x="44648" y="154781"/>
                </a:lnTo>
                <a:cubicBezTo>
                  <a:pt x="49597" y="154781"/>
                  <a:pt x="53578" y="158762"/>
                  <a:pt x="53578" y="163711"/>
                </a:cubicBezTo>
                <a:cubicBezTo>
                  <a:pt x="53578" y="168659"/>
                  <a:pt x="49597" y="172641"/>
                  <a:pt x="44648" y="172641"/>
                </a:cubicBezTo>
                <a:lnTo>
                  <a:pt x="10902" y="172641"/>
                </a:lnTo>
                <a:cubicBezTo>
                  <a:pt x="4874" y="172641"/>
                  <a:pt x="0" y="167767"/>
                  <a:pt x="0" y="161739"/>
                </a:cubicBezTo>
                <a:cubicBezTo>
                  <a:pt x="0" y="158242"/>
                  <a:pt x="1674" y="154967"/>
                  <a:pt x="4502" y="152921"/>
                </a:cubicBezTo>
                <a:lnTo>
                  <a:pt x="30733" y="133834"/>
                </a:lnTo>
                <a:cubicBezTo>
                  <a:pt x="31998" y="132904"/>
                  <a:pt x="32742" y="131452"/>
                  <a:pt x="32742" y="129890"/>
                </a:cubicBezTo>
                <a:cubicBezTo>
                  <a:pt x="32742" y="127211"/>
                  <a:pt x="30547" y="125016"/>
                  <a:pt x="27868" y="125016"/>
                </a:cubicBezTo>
                <a:lnTo>
                  <a:pt x="26045" y="125016"/>
                </a:lnTo>
                <a:cubicBezTo>
                  <a:pt x="24594" y="125016"/>
                  <a:pt x="23180" y="125499"/>
                  <a:pt x="22027" y="126355"/>
                </a:cubicBezTo>
                <a:lnTo>
                  <a:pt x="14288" y="132159"/>
                </a:lnTo>
                <a:cubicBezTo>
                  <a:pt x="10344" y="135136"/>
                  <a:pt x="4762" y="134317"/>
                  <a:pt x="1786" y="130373"/>
                </a:cubicBezTo>
                <a:cubicBezTo>
                  <a:pt x="-1191" y="126429"/>
                  <a:pt x="-372" y="120848"/>
                  <a:pt x="3572" y="117872"/>
                </a:cubicBezTo>
                <a:lnTo>
                  <a:pt x="11311" y="112068"/>
                </a:lnTo>
                <a:close/>
                <a:moveTo>
                  <a:pt x="83344" y="23812"/>
                </a:moveTo>
                <a:lnTo>
                  <a:pt x="178594" y="23812"/>
                </a:lnTo>
                <a:cubicBezTo>
                  <a:pt x="185179" y="23812"/>
                  <a:pt x="190500" y="29133"/>
                  <a:pt x="190500" y="35719"/>
                </a:cubicBezTo>
                <a:cubicBezTo>
                  <a:pt x="190500" y="42304"/>
                  <a:pt x="185179" y="47625"/>
                  <a:pt x="178594" y="47625"/>
                </a:cubicBezTo>
                <a:lnTo>
                  <a:pt x="83344" y="47625"/>
                </a:lnTo>
                <a:cubicBezTo>
                  <a:pt x="76758" y="47625"/>
                  <a:pt x="71438" y="42304"/>
                  <a:pt x="71438" y="35719"/>
                </a:cubicBezTo>
                <a:cubicBezTo>
                  <a:pt x="71438" y="29133"/>
                  <a:pt x="76758" y="23812"/>
                  <a:pt x="83344" y="23812"/>
                </a:cubicBezTo>
                <a:close/>
                <a:moveTo>
                  <a:pt x="83344" y="83344"/>
                </a:moveTo>
                <a:lnTo>
                  <a:pt x="178594" y="83344"/>
                </a:lnTo>
                <a:cubicBezTo>
                  <a:pt x="185179" y="83344"/>
                  <a:pt x="190500" y="88664"/>
                  <a:pt x="190500" y="95250"/>
                </a:cubicBezTo>
                <a:cubicBezTo>
                  <a:pt x="190500" y="101836"/>
                  <a:pt x="185179" y="107156"/>
                  <a:pt x="178594" y="107156"/>
                </a:cubicBezTo>
                <a:lnTo>
                  <a:pt x="83344" y="107156"/>
                </a:lnTo>
                <a:cubicBezTo>
                  <a:pt x="76758" y="107156"/>
                  <a:pt x="71438" y="101836"/>
                  <a:pt x="71438" y="95250"/>
                </a:cubicBezTo>
                <a:cubicBezTo>
                  <a:pt x="71438" y="88664"/>
                  <a:pt x="76758" y="83344"/>
                  <a:pt x="83344" y="83344"/>
                </a:cubicBezTo>
                <a:close/>
                <a:moveTo>
                  <a:pt x="83344" y="142875"/>
                </a:moveTo>
                <a:lnTo>
                  <a:pt x="178594" y="142875"/>
                </a:lnTo>
                <a:cubicBezTo>
                  <a:pt x="185179" y="142875"/>
                  <a:pt x="190500" y="148196"/>
                  <a:pt x="190500" y="154781"/>
                </a:cubicBezTo>
                <a:cubicBezTo>
                  <a:pt x="190500" y="161367"/>
                  <a:pt x="185179" y="166688"/>
                  <a:pt x="178594" y="166688"/>
                </a:cubicBezTo>
                <a:lnTo>
                  <a:pt x="83344" y="166688"/>
                </a:lnTo>
                <a:cubicBezTo>
                  <a:pt x="76758" y="166688"/>
                  <a:pt x="71438" y="161367"/>
                  <a:pt x="71438" y="154781"/>
                </a:cubicBezTo>
                <a:cubicBezTo>
                  <a:pt x="71438" y="148196"/>
                  <a:pt x="76758" y="142875"/>
                  <a:pt x="83344" y="142875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27" name="Text 25"/>
          <p:cNvSpPr/>
          <p:nvPr/>
        </p:nvSpPr>
        <p:spPr>
          <a:xfrm>
            <a:off x="6657975" y="1530348"/>
            <a:ext cx="51117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 Modules Overview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3025" y="1914423"/>
            <a:ext cx="2578100" cy="673100"/>
          </a:xfrm>
          <a:custGeom>
            <a:avLst/>
            <a:gdLst/>
            <a:ahLst/>
            <a:cxnLst/>
            <a:rect l="l" t="t" r="r" b="b"/>
            <a:pathLst>
              <a:path w="2578100" h="673100">
                <a:moveTo>
                  <a:pt x="63500" y="0"/>
                </a:moveTo>
                <a:lnTo>
                  <a:pt x="2514600" y="0"/>
                </a:lnTo>
                <a:cubicBezTo>
                  <a:pt x="2549670" y="0"/>
                  <a:pt x="2578100" y="28430"/>
                  <a:pt x="2578100" y="63500"/>
                </a:cubicBezTo>
                <a:lnTo>
                  <a:pt x="2578100" y="609600"/>
                </a:lnTo>
                <a:cubicBezTo>
                  <a:pt x="2578100" y="644670"/>
                  <a:pt x="2549670" y="673100"/>
                  <a:pt x="2514600" y="673100"/>
                </a:cubicBezTo>
                <a:lnTo>
                  <a:pt x="63500" y="673100"/>
                </a:lnTo>
                <a:cubicBezTo>
                  <a:pt x="28430" y="673100"/>
                  <a:pt x="0" y="644670"/>
                  <a:pt x="0" y="609600"/>
                </a:cubicBezTo>
                <a:lnTo>
                  <a:pt x="0" y="63500"/>
                </a:lnTo>
                <a:cubicBezTo>
                  <a:pt x="0" y="28454"/>
                  <a:pt x="28454" y="0"/>
                  <a:pt x="63500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10160">
            <a:solidFill>
              <a:srgbClr val="4DB6A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21450" y="201285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0" name="Text 28"/>
          <p:cNvSpPr/>
          <p:nvPr/>
        </p:nvSpPr>
        <p:spPr>
          <a:xfrm>
            <a:off x="6489700" y="2012850"/>
            <a:ext cx="31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70700" y="2028725"/>
            <a:ext cx="1000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Authentication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521450" y="2330350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login, roles, access control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099550" y="1914423"/>
            <a:ext cx="2578100" cy="673100"/>
          </a:xfrm>
          <a:custGeom>
            <a:avLst/>
            <a:gdLst/>
            <a:ahLst/>
            <a:cxnLst/>
            <a:rect l="l" t="t" r="r" b="b"/>
            <a:pathLst>
              <a:path w="2578100" h="673100">
                <a:moveTo>
                  <a:pt x="63500" y="0"/>
                </a:moveTo>
                <a:lnTo>
                  <a:pt x="2514600" y="0"/>
                </a:lnTo>
                <a:cubicBezTo>
                  <a:pt x="2549670" y="0"/>
                  <a:pt x="2578100" y="28430"/>
                  <a:pt x="2578100" y="63500"/>
                </a:cubicBezTo>
                <a:lnTo>
                  <a:pt x="2578100" y="609600"/>
                </a:lnTo>
                <a:cubicBezTo>
                  <a:pt x="2578100" y="644670"/>
                  <a:pt x="2549670" y="673100"/>
                  <a:pt x="2514600" y="673100"/>
                </a:cubicBezTo>
                <a:lnTo>
                  <a:pt x="63500" y="673100"/>
                </a:lnTo>
                <a:cubicBezTo>
                  <a:pt x="28430" y="673100"/>
                  <a:pt x="0" y="644670"/>
                  <a:pt x="0" y="609600"/>
                </a:cubicBezTo>
                <a:lnTo>
                  <a:pt x="0" y="63500"/>
                </a:lnTo>
                <a:cubicBezTo>
                  <a:pt x="0" y="28454"/>
                  <a:pt x="28454" y="0"/>
                  <a:pt x="63500" y="0"/>
                </a:cubicBezTo>
                <a:close/>
              </a:path>
            </a:pathLst>
          </a:custGeom>
          <a:solidFill>
            <a:srgbClr val="A0AAB3">
              <a:alpha val="10196"/>
            </a:srgbClr>
          </a:solidFill>
          <a:ln w="10160">
            <a:solidFill>
              <a:srgbClr val="A0AAB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97975" y="201285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5" name="Text 33"/>
          <p:cNvSpPr/>
          <p:nvPr/>
        </p:nvSpPr>
        <p:spPr>
          <a:xfrm>
            <a:off x="9166225" y="2012850"/>
            <a:ext cx="31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547225" y="2028725"/>
            <a:ext cx="1198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Workspace Mgmt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197975" y="2330350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Projects, files, permissions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3025" y="2689123"/>
            <a:ext cx="2578100" cy="673100"/>
          </a:xfrm>
          <a:custGeom>
            <a:avLst/>
            <a:gdLst/>
            <a:ahLst/>
            <a:cxnLst/>
            <a:rect l="l" t="t" r="r" b="b"/>
            <a:pathLst>
              <a:path w="2578100" h="673100">
                <a:moveTo>
                  <a:pt x="63500" y="0"/>
                </a:moveTo>
                <a:lnTo>
                  <a:pt x="2514600" y="0"/>
                </a:lnTo>
                <a:cubicBezTo>
                  <a:pt x="2549670" y="0"/>
                  <a:pt x="2578100" y="28430"/>
                  <a:pt x="2578100" y="63500"/>
                </a:cubicBezTo>
                <a:lnTo>
                  <a:pt x="2578100" y="609600"/>
                </a:lnTo>
                <a:cubicBezTo>
                  <a:pt x="2578100" y="644670"/>
                  <a:pt x="2549670" y="673100"/>
                  <a:pt x="2514600" y="673100"/>
                </a:cubicBezTo>
                <a:lnTo>
                  <a:pt x="63500" y="673100"/>
                </a:lnTo>
                <a:cubicBezTo>
                  <a:pt x="28430" y="673100"/>
                  <a:pt x="0" y="644670"/>
                  <a:pt x="0" y="609600"/>
                </a:cubicBezTo>
                <a:lnTo>
                  <a:pt x="0" y="63500"/>
                </a:lnTo>
                <a:cubicBezTo>
                  <a:pt x="0" y="28454"/>
                  <a:pt x="28454" y="0"/>
                  <a:pt x="63500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10160">
            <a:solidFill>
              <a:srgbClr val="4DB6A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21450" y="2787551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0" name="Text 38"/>
          <p:cNvSpPr/>
          <p:nvPr/>
        </p:nvSpPr>
        <p:spPr>
          <a:xfrm>
            <a:off x="6489700" y="2787551"/>
            <a:ext cx="31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870700" y="2803426"/>
            <a:ext cx="817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Code Editor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521450" y="3105051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Text editing, undo/redo, cursors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9099550" y="2689123"/>
            <a:ext cx="2578100" cy="673100"/>
          </a:xfrm>
          <a:custGeom>
            <a:avLst/>
            <a:gdLst/>
            <a:ahLst/>
            <a:cxnLst/>
            <a:rect l="l" t="t" r="r" b="b"/>
            <a:pathLst>
              <a:path w="2578100" h="673100">
                <a:moveTo>
                  <a:pt x="63500" y="0"/>
                </a:moveTo>
                <a:lnTo>
                  <a:pt x="2514600" y="0"/>
                </a:lnTo>
                <a:cubicBezTo>
                  <a:pt x="2549670" y="0"/>
                  <a:pt x="2578100" y="28430"/>
                  <a:pt x="2578100" y="63500"/>
                </a:cubicBezTo>
                <a:lnTo>
                  <a:pt x="2578100" y="609600"/>
                </a:lnTo>
                <a:cubicBezTo>
                  <a:pt x="2578100" y="644670"/>
                  <a:pt x="2549670" y="673100"/>
                  <a:pt x="2514600" y="673100"/>
                </a:cubicBezTo>
                <a:lnTo>
                  <a:pt x="63500" y="673100"/>
                </a:lnTo>
                <a:cubicBezTo>
                  <a:pt x="28430" y="673100"/>
                  <a:pt x="0" y="644670"/>
                  <a:pt x="0" y="609600"/>
                </a:cubicBezTo>
                <a:lnTo>
                  <a:pt x="0" y="63500"/>
                </a:lnTo>
                <a:cubicBezTo>
                  <a:pt x="0" y="28454"/>
                  <a:pt x="28454" y="0"/>
                  <a:pt x="63500" y="0"/>
                </a:cubicBezTo>
                <a:close/>
              </a:path>
            </a:pathLst>
          </a:custGeom>
          <a:solidFill>
            <a:srgbClr val="A0AAB3">
              <a:alpha val="10196"/>
            </a:srgbClr>
          </a:solidFill>
          <a:ln w="10160">
            <a:solidFill>
              <a:srgbClr val="A0AAB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197975" y="2787551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5" name="Text 43"/>
          <p:cNvSpPr/>
          <p:nvPr/>
        </p:nvSpPr>
        <p:spPr>
          <a:xfrm>
            <a:off x="9166225" y="2787551"/>
            <a:ext cx="31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9547225" y="2803426"/>
            <a:ext cx="1127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Syntax Checking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197975" y="3105051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Error detection, highlighting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423025" y="3463824"/>
            <a:ext cx="2578100" cy="673100"/>
          </a:xfrm>
          <a:custGeom>
            <a:avLst/>
            <a:gdLst/>
            <a:ahLst/>
            <a:cxnLst/>
            <a:rect l="l" t="t" r="r" b="b"/>
            <a:pathLst>
              <a:path w="2578100" h="673100">
                <a:moveTo>
                  <a:pt x="63500" y="0"/>
                </a:moveTo>
                <a:lnTo>
                  <a:pt x="2514600" y="0"/>
                </a:lnTo>
                <a:cubicBezTo>
                  <a:pt x="2549670" y="0"/>
                  <a:pt x="2578100" y="28430"/>
                  <a:pt x="2578100" y="63500"/>
                </a:cubicBezTo>
                <a:lnTo>
                  <a:pt x="2578100" y="609600"/>
                </a:lnTo>
                <a:cubicBezTo>
                  <a:pt x="2578100" y="644670"/>
                  <a:pt x="2549670" y="673100"/>
                  <a:pt x="2514600" y="673100"/>
                </a:cubicBezTo>
                <a:lnTo>
                  <a:pt x="63500" y="673100"/>
                </a:lnTo>
                <a:cubicBezTo>
                  <a:pt x="28430" y="673100"/>
                  <a:pt x="0" y="644670"/>
                  <a:pt x="0" y="609600"/>
                </a:cubicBezTo>
                <a:lnTo>
                  <a:pt x="0" y="63500"/>
                </a:lnTo>
                <a:cubicBezTo>
                  <a:pt x="0" y="28454"/>
                  <a:pt x="28454" y="0"/>
                  <a:pt x="63500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10160">
            <a:solidFill>
              <a:srgbClr val="4DB6A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521450" y="3562248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0" name="Text 48"/>
          <p:cNvSpPr/>
          <p:nvPr/>
        </p:nvSpPr>
        <p:spPr>
          <a:xfrm>
            <a:off x="6489700" y="3562248"/>
            <a:ext cx="31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870700" y="3578123"/>
            <a:ext cx="920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Assistance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521450" y="3879748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Code suggestions, explanations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9099550" y="3463824"/>
            <a:ext cx="2578100" cy="673100"/>
          </a:xfrm>
          <a:custGeom>
            <a:avLst/>
            <a:gdLst/>
            <a:ahLst/>
            <a:cxnLst/>
            <a:rect l="l" t="t" r="r" b="b"/>
            <a:pathLst>
              <a:path w="2578100" h="673100">
                <a:moveTo>
                  <a:pt x="63500" y="0"/>
                </a:moveTo>
                <a:lnTo>
                  <a:pt x="2514600" y="0"/>
                </a:lnTo>
                <a:cubicBezTo>
                  <a:pt x="2549670" y="0"/>
                  <a:pt x="2578100" y="28430"/>
                  <a:pt x="2578100" y="63500"/>
                </a:cubicBezTo>
                <a:lnTo>
                  <a:pt x="2578100" y="609600"/>
                </a:lnTo>
                <a:cubicBezTo>
                  <a:pt x="2578100" y="644670"/>
                  <a:pt x="2549670" y="673100"/>
                  <a:pt x="2514600" y="673100"/>
                </a:cubicBezTo>
                <a:lnTo>
                  <a:pt x="63500" y="673100"/>
                </a:lnTo>
                <a:cubicBezTo>
                  <a:pt x="28430" y="673100"/>
                  <a:pt x="0" y="644670"/>
                  <a:pt x="0" y="609600"/>
                </a:cubicBezTo>
                <a:lnTo>
                  <a:pt x="0" y="63500"/>
                </a:lnTo>
                <a:cubicBezTo>
                  <a:pt x="0" y="28454"/>
                  <a:pt x="28454" y="0"/>
                  <a:pt x="63500" y="0"/>
                </a:cubicBezTo>
                <a:close/>
              </a:path>
            </a:pathLst>
          </a:custGeom>
          <a:solidFill>
            <a:srgbClr val="A0AAB3">
              <a:alpha val="10196"/>
            </a:srgbClr>
          </a:solidFill>
          <a:ln w="10160">
            <a:solidFill>
              <a:srgbClr val="A0AAB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97975" y="3562248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55" name="Text 53"/>
          <p:cNvSpPr/>
          <p:nvPr/>
        </p:nvSpPr>
        <p:spPr>
          <a:xfrm>
            <a:off x="9166225" y="3562248"/>
            <a:ext cx="31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9547225" y="3578123"/>
            <a:ext cx="1047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Version Control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9197975" y="3879748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History, restoration, diff view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423025" y="4238525"/>
            <a:ext cx="2578100" cy="673100"/>
          </a:xfrm>
          <a:custGeom>
            <a:avLst/>
            <a:gdLst/>
            <a:ahLst/>
            <a:cxnLst/>
            <a:rect l="l" t="t" r="r" b="b"/>
            <a:pathLst>
              <a:path w="2578100" h="673100">
                <a:moveTo>
                  <a:pt x="63500" y="0"/>
                </a:moveTo>
                <a:lnTo>
                  <a:pt x="2514600" y="0"/>
                </a:lnTo>
                <a:cubicBezTo>
                  <a:pt x="2549670" y="0"/>
                  <a:pt x="2578100" y="28430"/>
                  <a:pt x="2578100" y="63500"/>
                </a:cubicBezTo>
                <a:lnTo>
                  <a:pt x="2578100" y="609600"/>
                </a:lnTo>
                <a:cubicBezTo>
                  <a:pt x="2578100" y="644670"/>
                  <a:pt x="2549670" y="673100"/>
                  <a:pt x="2514600" y="673100"/>
                </a:cubicBezTo>
                <a:lnTo>
                  <a:pt x="63500" y="673100"/>
                </a:lnTo>
                <a:cubicBezTo>
                  <a:pt x="28430" y="673100"/>
                  <a:pt x="0" y="644670"/>
                  <a:pt x="0" y="609600"/>
                </a:cubicBezTo>
                <a:lnTo>
                  <a:pt x="0" y="63500"/>
                </a:lnTo>
                <a:cubicBezTo>
                  <a:pt x="0" y="28454"/>
                  <a:pt x="28454" y="0"/>
                  <a:pt x="63500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10160">
            <a:solidFill>
              <a:srgbClr val="4DB6A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521450" y="4336948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60" name="Text 58"/>
          <p:cNvSpPr/>
          <p:nvPr/>
        </p:nvSpPr>
        <p:spPr>
          <a:xfrm>
            <a:off x="6489700" y="4336948"/>
            <a:ext cx="31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870700" y="4352823"/>
            <a:ext cx="912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Collaboration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521450" y="4654448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Live editing, user presence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9099550" y="4238525"/>
            <a:ext cx="2578100" cy="673100"/>
          </a:xfrm>
          <a:custGeom>
            <a:avLst/>
            <a:gdLst/>
            <a:ahLst/>
            <a:cxnLst/>
            <a:rect l="l" t="t" r="r" b="b"/>
            <a:pathLst>
              <a:path w="2578100" h="673100">
                <a:moveTo>
                  <a:pt x="63500" y="0"/>
                </a:moveTo>
                <a:lnTo>
                  <a:pt x="2514600" y="0"/>
                </a:lnTo>
                <a:cubicBezTo>
                  <a:pt x="2549670" y="0"/>
                  <a:pt x="2578100" y="28430"/>
                  <a:pt x="2578100" y="63500"/>
                </a:cubicBezTo>
                <a:lnTo>
                  <a:pt x="2578100" y="609600"/>
                </a:lnTo>
                <a:cubicBezTo>
                  <a:pt x="2578100" y="644670"/>
                  <a:pt x="2549670" y="673100"/>
                  <a:pt x="2514600" y="673100"/>
                </a:cubicBezTo>
                <a:lnTo>
                  <a:pt x="63500" y="673100"/>
                </a:lnTo>
                <a:cubicBezTo>
                  <a:pt x="28430" y="673100"/>
                  <a:pt x="0" y="644670"/>
                  <a:pt x="0" y="609600"/>
                </a:cubicBezTo>
                <a:lnTo>
                  <a:pt x="0" y="63500"/>
                </a:lnTo>
                <a:cubicBezTo>
                  <a:pt x="0" y="28454"/>
                  <a:pt x="28454" y="0"/>
                  <a:pt x="63500" y="0"/>
                </a:cubicBezTo>
                <a:close/>
              </a:path>
            </a:pathLst>
          </a:custGeom>
          <a:solidFill>
            <a:srgbClr val="A0AAB3">
              <a:alpha val="10196"/>
            </a:srgbClr>
          </a:solidFill>
          <a:ln w="10160">
            <a:solidFill>
              <a:srgbClr val="A0AAB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97975" y="4336948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65" name="Text 63"/>
          <p:cNvSpPr/>
          <p:nvPr/>
        </p:nvSpPr>
        <p:spPr>
          <a:xfrm>
            <a:off x="9166225" y="4336948"/>
            <a:ext cx="31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9547225" y="4352823"/>
            <a:ext cx="1166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Conflict Handling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9197975" y="4654448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Concurrent edit resolution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6423025" y="5013226"/>
            <a:ext cx="2578100" cy="673100"/>
          </a:xfrm>
          <a:custGeom>
            <a:avLst/>
            <a:gdLst/>
            <a:ahLst/>
            <a:cxnLst/>
            <a:rect l="l" t="t" r="r" b="b"/>
            <a:pathLst>
              <a:path w="2578100" h="673100">
                <a:moveTo>
                  <a:pt x="63500" y="0"/>
                </a:moveTo>
                <a:lnTo>
                  <a:pt x="2514600" y="0"/>
                </a:lnTo>
                <a:cubicBezTo>
                  <a:pt x="2549670" y="0"/>
                  <a:pt x="2578100" y="28430"/>
                  <a:pt x="2578100" y="63500"/>
                </a:cubicBezTo>
                <a:lnTo>
                  <a:pt x="2578100" y="609600"/>
                </a:lnTo>
                <a:cubicBezTo>
                  <a:pt x="2578100" y="644670"/>
                  <a:pt x="2549670" y="673100"/>
                  <a:pt x="2514600" y="673100"/>
                </a:cubicBezTo>
                <a:lnTo>
                  <a:pt x="63500" y="673100"/>
                </a:lnTo>
                <a:cubicBezTo>
                  <a:pt x="28430" y="673100"/>
                  <a:pt x="0" y="644670"/>
                  <a:pt x="0" y="609600"/>
                </a:cubicBezTo>
                <a:lnTo>
                  <a:pt x="0" y="63500"/>
                </a:lnTo>
                <a:cubicBezTo>
                  <a:pt x="0" y="28454"/>
                  <a:pt x="28454" y="0"/>
                  <a:pt x="63500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10160">
            <a:solidFill>
              <a:srgbClr val="4DB6A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521450" y="5111649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70" name="Text 68"/>
          <p:cNvSpPr/>
          <p:nvPr/>
        </p:nvSpPr>
        <p:spPr>
          <a:xfrm>
            <a:off x="6489700" y="5111649"/>
            <a:ext cx="31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6870700" y="5127524"/>
            <a:ext cx="10636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Code Execution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6521450" y="5429149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Compile, run, sandboxed env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9099550" y="5013226"/>
            <a:ext cx="2578100" cy="673100"/>
          </a:xfrm>
          <a:custGeom>
            <a:avLst/>
            <a:gdLst/>
            <a:ahLst/>
            <a:cxnLst/>
            <a:rect l="l" t="t" r="r" b="b"/>
            <a:pathLst>
              <a:path w="2578100" h="673100">
                <a:moveTo>
                  <a:pt x="63500" y="0"/>
                </a:moveTo>
                <a:lnTo>
                  <a:pt x="2514600" y="0"/>
                </a:lnTo>
                <a:cubicBezTo>
                  <a:pt x="2549670" y="0"/>
                  <a:pt x="2578100" y="28430"/>
                  <a:pt x="2578100" y="63500"/>
                </a:cubicBezTo>
                <a:lnTo>
                  <a:pt x="2578100" y="609600"/>
                </a:lnTo>
                <a:cubicBezTo>
                  <a:pt x="2578100" y="644670"/>
                  <a:pt x="2549670" y="673100"/>
                  <a:pt x="2514600" y="673100"/>
                </a:cubicBezTo>
                <a:lnTo>
                  <a:pt x="63500" y="673100"/>
                </a:lnTo>
                <a:cubicBezTo>
                  <a:pt x="28430" y="673100"/>
                  <a:pt x="0" y="644670"/>
                  <a:pt x="0" y="609600"/>
                </a:cubicBezTo>
                <a:lnTo>
                  <a:pt x="0" y="63500"/>
                </a:lnTo>
                <a:cubicBezTo>
                  <a:pt x="0" y="28454"/>
                  <a:pt x="28454" y="0"/>
                  <a:pt x="63500" y="0"/>
                </a:cubicBezTo>
                <a:close/>
              </a:path>
            </a:pathLst>
          </a:custGeom>
          <a:solidFill>
            <a:srgbClr val="A0AAB3">
              <a:alpha val="10196"/>
            </a:srgbClr>
          </a:solidFill>
          <a:ln w="10160">
            <a:solidFill>
              <a:srgbClr val="A0AAB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197975" y="5111649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75" name="Text 73"/>
          <p:cNvSpPr/>
          <p:nvPr/>
        </p:nvSpPr>
        <p:spPr>
          <a:xfrm>
            <a:off x="9166225" y="5111649"/>
            <a:ext cx="31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9547225" y="5127524"/>
            <a:ext cx="11033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Activity Logging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9197975" y="5429149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actions, audit trail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0443" y="360443"/>
            <a:ext cx="72089" cy="432532"/>
          </a:xfrm>
          <a:custGeom>
            <a:avLst/>
            <a:gdLst/>
            <a:ahLst/>
            <a:cxnLst/>
            <a:rect l="l" t="t" r="r" b="b"/>
            <a:pathLst>
              <a:path w="72089" h="432532">
                <a:moveTo>
                  <a:pt x="0" y="0"/>
                </a:moveTo>
                <a:lnTo>
                  <a:pt x="72089" y="0"/>
                </a:lnTo>
                <a:lnTo>
                  <a:pt x="72089" y="432532"/>
                </a:lnTo>
                <a:lnTo>
                  <a:pt x="0" y="432532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" name="Text 1"/>
          <p:cNvSpPr/>
          <p:nvPr/>
        </p:nvSpPr>
        <p:spPr>
          <a:xfrm>
            <a:off x="576710" y="396488"/>
            <a:ext cx="4271255" cy="3604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554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 1-4: Core Foundation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76710" y="865064"/>
            <a:ext cx="11335947" cy="252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77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Authentication, Workspace Management, Editor, and Syntax Checking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4048" y="1265157"/>
            <a:ext cx="5657160" cy="2737568"/>
          </a:xfrm>
          <a:custGeom>
            <a:avLst/>
            <a:gdLst/>
            <a:ahLst/>
            <a:cxnLst/>
            <a:rect l="l" t="t" r="r" b="b"/>
            <a:pathLst>
              <a:path w="5657160" h="2737568">
                <a:moveTo>
                  <a:pt x="72080" y="0"/>
                </a:moveTo>
                <a:lnTo>
                  <a:pt x="5585080" y="0"/>
                </a:lnTo>
                <a:cubicBezTo>
                  <a:pt x="5624889" y="0"/>
                  <a:pt x="5657160" y="32271"/>
                  <a:pt x="5657160" y="72080"/>
                </a:cubicBezTo>
                <a:lnTo>
                  <a:pt x="5657160" y="2665488"/>
                </a:lnTo>
                <a:cubicBezTo>
                  <a:pt x="5657160" y="2705297"/>
                  <a:pt x="5624889" y="2737568"/>
                  <a:pt x="5585080" y="2737568"/>
                </a:cubicBezTo>
                <a:lnTo>
                  <a:pt x="72080" y="2737568"/>
                </a:lnTo>
                <a:cubicBezTo>
                  <a:pt x="32271" y="2737568"/>
                  <a:pt x="0" y="2705297"/>
                  <a:pt x="0" y="2665488"/>
                </a:cubicBezTo>
                <a:lnTo>
                  <a:pt x="0" y="72080"/>
                </a:lnTo>
                <a:cubicBezTo>
                  <a:pt x="0" y="32298"/>
                  <a:pt x="32298" y="0"/>
                  <a:pt x="72080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1830" y="1448871"/>
            <a:ext cx="432532" cy="432532"/>
          </a:xfrm>
          <a:custGeom>
            <a:avLst/>
            <a:gdLst/>
            <a:ahLst/>
            <a:cxnLst/>
            <a:rect l="l" t="t" r="r" b="b"/>
            <a:pathLst>
              <a:path w="432532" h="432532">
                <a:moveTo>
                  <a:pt x="216266" y="0"/>
                </a:moveTo>
                <a:lnTo>
                  <a:pt x="216266" y="0"/>
                </a:lnTo>
                <a:cubicBezTo>
                  <a:pt x="335627" y="0"/>
                  <a:pt x="432532" y="96906"/>
                  <a:pt x="432532" y="216266"/>
                </a:cubicBezTo>
                <a:lnTo>
                  <a:pt x="432532" y="216266"/>
                </a:lnTo>
                <a:cubicBezTo>
                  <a:pt x="432532" y="335627"/>
                  <a:pt x="335627" y="432532"/>
                  <a:pt x="216266" y="432532"/>
                </a:cubicBezTo>
                <a:lnTo>
                  <a:pt x="216266" y="432532"/>
                </a:lnTo>
                <a:cubicBezTo>
                  <a:pt x="96906" y="432532"/>
                  <a:pt x="0" y="335627"/>
                  <a:pt x="0" y="216266"/>
                </a:cubicBezTo>
                <a:lnTo>
                  <a:pt x="0" y="216266"/>
                </a:lnTo>
                <a:cubicBezTo>
                  <a:pt x="0" y="96906"/>
                  <a:pt x="96906" y="0"/>
                  <a:pt x="216266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7" name="Text 5"/>
          <p:cNvSpPr/>
          <p:nvPr/>
        </p:nvSpPr>
        <p:spPr>
          <a:xfrm>
            <a:off x="466774" y="1448871"/>
            <a:ext cx="522643" cy="43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19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2495" y="1412937"/>
            <a:ext cx="3036736" cy="28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03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Authentication &amp; Authorization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52495" y="1701181"/>
            <a:ext cx="3000692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Secure access control and user management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5896" y="2061625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1" name="Text 9"/>
          <p:cNvSpPr/>
          <p:nvPr/>
        </p:nvSpPr>
        <p:spPr>
          <a:xfrm>
            <a:off x="764140" y="2025580"/>
            <a:ext cx="4208177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JWT-based Login: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Stateless authentication with JSON Web Tokens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5896" y="2349980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3" name="Text 11"/>
          <p:cNvSpPr/>
          <p:nvPr/>
        </p:nvSpPr>
        <p:spPr>
          <a:xfrm>
            <a:off x="764140" y="2313935"/>
            <a:ext cx="4811920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Role-based Access Control: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Admin and user roles with different permissions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65896" y="2638334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5" name="Text 13"/>
          <p:cNvSpPr/>
          <p:nvPr/>
        </p:nvSpPr>
        <p:spPr>
          <a:xfrm>
            <a:off x="764140" y="2602290"/>
            <a:ext cx="3370146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Password Security: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Bcrypt hashing for secure storage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5896" y="2926689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7" name="Text 15"/>
          <p:cNvSpPr/>
          <p:nvPr/>
        </p:nvSpPr>
        <p:spPr>
          <a:xfrm>
            <a:off x="764140" y="2890645"/>
            <a:ext cx="4064000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Session Management: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Token expiration and refresh mechanisms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5896" y="3215044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9" name="Text 17"/>
          <p:cNvSpPr/>
          <p:nvPr/>
        </p:nvSpPr>
        <p:spPr>
          <a:xfrm>
            <a:off x="764140" y="3179000"/>
            <a:ext cx="3460257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Protected Routes: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Middleware to secure API endpoints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11830" y="3522997"/>
            <a:ext cx="5361596" cy="7209"/>
          </a:xfrm>
          <a:custGeom>
            <a:avLst/>
            <a:gdLst/>
            <a:ahLst/>
            <a:cxnLst/>
            <a:rect l="l" t="t" r="r" b="b"/>
            <a:pathLst>
              <a:path w="5361596" h="7209">
                <a:moveTo>
                  <a:pt x="0" y="0"/>
                </a:moveTo>
                <a:lnTo>
                  <a:pt x="5361596" y="0"/>
                </a:lnTo>
                <a:lnTo>
                  <a:pt x="5361596" y="7209"/>
                </a:lnTo>
                <a:lnTo>
                  <a:pt x="0" y="7209"/>
                </a:lnTo>
                <a:lnTo>
                  <a:pt x="0" y="0"/>
                </a:lnTo>
                <a:close/>
              </a:path>
            </a:pathLst>
          </a:custGeom>
          <a:solidFill>
            <a:srgbClr val="4DB6AC">
              <a:alpha val="30196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29852" y="3670777"/>
            <a:ext cx="144177" cy="144177"/>
          </a:xfrm>
          <a:custGeom>
            <a:avLst/>
            <a:gdLst/>
            <a:ahLst/>
            <a:cxnLst/>
            <a:rect l="l" t="t" r="r" b="b"/>
            <a:pathLst>
              <a:path w="144177" h="144177">
                <a:moveTo>
                  <a:pt x="72089" y="0"/>
                </a:moveTo>
                <a:cubicBezTo>
                  <a:pt x="73384" y="0"/>
                  <a:pt x="74679" y="282"/>
                  <a:pt x="75862" y="817"/>
                </a:cubicBezTo>
                <a:lnTo>
                  <a:pt x="128915" y="23316"/>
                </a:lnTo>
                <a:cubicBezTo>
                  <a:pt x="135110" y="25935"/>
                  <a:pt x="139728" y="32046"/>
                  <a:pt x="139700" y="39424"/>
                </a:cubicBezTo>
                <a:cubicBezTo>
                  <a:pt x="139559" y="67358"/>
                  <a:pt x="128070" y="118468"/>
                  <a:pt x="79551" y="141699"/>
                </a:cubicBezTo>
                <a:cubicBezTo>
                  <a:pt x="74848" y="143952"/>
                  <a:pt x="69385" y="143952"/>
                  <a:pt x="64683" y="141699"/>
                </a:cubicBezTo>
                <a:cubicBezTo>
                  <a:pt x="16135" y="118468"/>
                  <a:pt x="4675" y="67358"/>
                  <a:pt x="4534" y="39424"/>
                </a:cubicBezTo>
                <a:cubicBezTo>
                  <a:pt x="4506" y="32046"/>
                  <a:pt x="9124" y="25935"/>
                  <a:pt x="15319" y="23316"/>
                </a:cubicBezTo>
                <a:lnTo>
                  <a:pt x="68343" y="817"/>
                </a:lnTo>
                <a:cubicBezTo>
                  <a:pt x="69526" y="282"/>
                  <a:pt x="70793" y="0"/>
                  <a:pt x="72089" y="0"/>
                </a:cubicBezTo>
                <a:close/>
                <a:moveTo>
                  <a:pt x="72089" y="18811"/>
                </a:moveTo>
                <a:lnTo>
                  <a:pt x="72089" y="125282"/>
                </a:lnTo>
                <a:cubicBezTo>
                  <a:pt x="110949" y="106472"/>
                  <a:pt x="121396" y="64795"/>
                  <a:pt x="121650" y="39846"/>
                </a:cubicBezTo>
                <a:lnTo>
                  <a:pt x="72089" y="18839"/>
                </a:lnTo>
                <a:lnTo>
                  <a:pt x="72089" y="18839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2" name="Text 20"/>
          <p:cNvSpPr/>
          <p:nvPr/>
        </p:nvSpPr>
        <p:spPr>
          <a:xfrm>
            <a:off x="764140" y="3634733"/>
            <a:ext cx="3018714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Ensures only authorized users access resources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71130" y="1265157"/>
            <a:ext cx="5657160" cy="2737568"/>
          </a:xfrm>
          <a:custGeom>
            <a:avLst/>
            <a:gdLst/>
            <a:ahLst/>
            <a:cxnLst/>
            <a:rect l="l" t="t" r="r" b="b"/>
            <a:pathLst>
              <a:path w="5657160" h="2737568">
                <a:moveTo>
                  <a:pt x="72080" y="0"/>
                </a:moveTo>
                <a:lnTo>
                  <a:pt x="5585080" y="0"/>
                </a:lnTo>
                <a:cubicBezTo>
                  <a:pt x="5624889" y="0"/>
                  <a:pt x="5657160" y="32271"/>
                  <a:pt x="5657160" y="72080"/>
                </a:cubicBezTo>
                <a:lnTo>
                  <a:pt x="5657160" y="2665488"/>
                </a:lnTo>
                <a:cubicBezTo>
                  <a:pt x="5657160" y="2705297"/>
                  <a:pt x="5624889" y="2737568"/>
                  <a:pt x="5585080" y="2737568"/>
                </a:cubicBezTo>
                <a:lnTo>
                  <a:pt x="72080" y="2737568"/>
                </a:lnTo>
                <a:cubicBezTo>
                  <a:pt x="32271" y="2737568"/>
                  <a:pt x="0" y="2705297"/>
                  <a:pt x="0" y="2665488"/>
                </a:cubicBezTo>
                <a:lnTo>
                  <a:pt x="0" y="72080"/>
                </a:lnTo>
                <a:cubicBezTo>
                  <a:pt x="0" y="32298"/>
                  <a:pt x="32298" y="0"/>
                  <a:pt x="72080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A0AAB3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18912" y="1448871"/>
            <a:ext cx="432532" cy="432532"/>
          </a:xfrm>
          <a:custGeom>
            <a:avLst/>
            <a:gdLst/>
            <a:ahLst/>
            <a:cxnLst/>
            <a:rect l="l" t="t" r="r" b="b"/>
            <a:pathLst>
              <a:path w="432532" h="432532">
                <a:moveTo>
                  <a:pt x="216266" y="0"/>
                </a:moveTo>
                <a:lnTo>
                  <a:pt x="216266" y="0"/>
                </a:lnTo>
                <a:cubicBezTo>
                  <a:pt x="335627" y="0"/>
                  <a:pt x="432532" y="96906"/>
                  <a:pt x="432532" y="216266"/>
                </a:cubicBezTo>
                <a:lnTo>
                  <a:pt x="432532" y="216266"/>
                </a:lnTo>
                <a:cubicBezTo>
                  <a:pt x="432532" y="335627"/>
                  <a:pt x="335627" y="432532"/>
                  <a:pt x="216266" y="432532"/>
                </a:cubicBezTo>
                <a:lnTo>
                  <a:pt x="216266" y="432532"/>
                </a:lnTo>
                <a:cubicBezTo>
                  <a:pt x="96906" y="432532"/>
                  <a:pt x="0" y="335627"/>
                  <a:pt x="0" y="216266"/>
                </a:cubicBezTo>
                <a:lnTo>
                  <a:pt x="0" y="216266"/>
                </a:lnTo>
                <a:cubicBezTo>
                  <a:pt x="0" y="96906"/>
                  <a:pt x="96906" y="0"/>
                  <a:pt x="216266" y="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5" name="Text 23"/>
          <p:cNvSpPr/>
          <p:nvPr/>
        </p:nvSpPr>
        <p:spPr>
          <a:xfrm>
            <a:off x="6273856" y="1448871"/>
            <a:ext cx="522643" cy="43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19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9577" y="1412937"/>
            <a:ext cx="3090803" cy="28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03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Workspace &amp; File Management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59577" y="1701181"/>
            <a:ext cx="3054758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Project organization and collaboration spaces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2978" y="2061625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9" name="Text 27"/>
          <p:cNvSpPr/>
          <p:nvPr/>
        </p:nvSpPr>
        <p:spPr>
          <a:xfrm>
            <a:off x="6571222" y="2025580"/>
            <a:ext cx="4433455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Project Creation: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Users can create, rename, and delete coding projects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72978" y="2349980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1" name="Text 29"/>
          <p:cNvSpPr/>
          <p:nvPr/>
        </p:nvSpPr>
        <p:spPr>
          <a:xfrm>
            <a:off x="6571222" y="2313935"/>
            <a:ext cx="4370377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File/Folder Hierarchy: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Organize code with nested directory structures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72978" y="2638334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3" name="Text 31"/>
          <p:cNvSpPr/>
          <p:nvPr/>
        </p:nvSpPr>
        <p:spPr>
          <a:xfrm>
            <a:off x="6571222" y="2602290"/>
            <a:ext cx="4541588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Permission Management: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Control access to shared workspaces and files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372978" y="2926689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5" name="Text 33"/>
          <p:cNvSpPr/>
          <p:nvPr/>
        </p:nvSpPr>
        <p:spPr>
          <a:xfrm>
            <a:off x="6571222" y="2890645"/>
            <a:ext cx="4379388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Collaborator System: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Add/remove users with read/write permissions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72978" y="3215044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7" name="Text 35"/>
          <p:cNvSpPr/>
          <p:nvPr/>
        </p:nvSpPr>
        <p:spPr>
          <a:xfrm>
            <a:off x="6571222" y="3179000"/>
            <a:ext cx="3775645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File Operations: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Create, edit, rename, move, and delete files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18912" y="3522997"/>
            <a:ext cx="5361596" cy="7209"/>
          </a:xfrm>
          <a:custGeom>
            <a:avLst/>
            <a:gdLst/>
            <a:ahLst/>
            <a:cxnLst/>
            <a:rect l="l" t="t" r="r" b="b"/>
            <a:pathLst>
              <a:path w="5361596" h="7209">
                <a:moveTo>
                  <a:pt x="0" y="0"/>
                </a:moveTo>
                <a:lnTo>
                  <a:pt x="5361596" y="0"/>
                </a:lnTo>
                <a:lnTo>
                  <a:pt x="5361596" y="7209"/>
                </a:lnTo>
                <a:lnTo>
                  <a:pt x="0" y="7209"/>
                </a:lnTo>
                <a:lnTo>
                  <a:pt x="0" y="0"/>
                </a:lnTo>
                <a:close/>
              </a:path>
            </a:pathLst>
          </a:custGeom>
          <a:solidFill>
            <a:srgbClr val="A0AAB3">
              <a:alpha val="30196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327923" y="3670777"/>
            <a:ext cx="162200" cy="144177"/>
          </a:xfrm>
          <a:custGeom>
            <a:avLst/>
            <a:gdLst/>
            <a:ahLst/>
            <a:cxnLst/>
            <a:rect l="l" t="t" r="r" b="b"/>
            <a:pathLst>
              <a:path w="162200" h="144177">
                <a:moveTo>
                  <a:pt x="15769" y="63528"/>
                </a:moveTo>
                <a:lnTo>
                  <a:pt x="9124" y="83409"/>
                </a:lnTo>
                <a:lnTo>
                  <a:pt x="9124" y="27033"/>
                </a:lnTo>
                <a:cubicBezTo>
                  <a:pt x="9124" y="17093"/>
                  <a:pt x="17206" y="9011"/>
                  <a:pt x="27146" y="9011"/>
                </a:cubicBezTo>
                <a:lnTo>
                  <a:pt x="66203" y="9011"/>
                </a:lnTo>
                <a:cubicBezTo>
                  <a:pt x="70089" y="9011"/>
                  <a:pt x="73891" y="10278"/>
                  <a:pt x="77017" y="12616"/>
                </a:cubicBezTo>
                <a:lnTo>
                  <a:pt x="87830" y="20725"/>
                </a:lnTo>
                <a:cubicBezTo>
                  <a:pt x="89379" y="21908"/>
                  <a:pt x="91294" y="22528"/>
                  <a:pt x="93237" y="22528"/>
                </a:cubicBezTo>
                <a:lnTo>
                  <a:pt x="126268" y="22528"/>
                </a:lnTo>
                <a:cubicBezTo>
                  <a:pt x="136208" y="22528"/>
                  <a:pt x="144290" y="30610"/>
                  <a:pt x="144290" y="40550"/>
                </a:cubicBezTo>
                <a:lnTo>
                  <a:pt x="144290" y="45055"/>
                </a:lnTo>
                <a:lnTo>
                  <a:pt x="41395" y="45055"/>
                </a:lnTo>
                <a:cubicBezTo>
                  <a:pt x="29765" y="45055"/>
                  <a:pt x="19430" y="52490"/>
                  <a:pt x="15741" y="63528"/>
                </a:cubicBezTo>
                <a:close/>
                <a:moveTo>
                  <a:pt x="134547" y="126155"/>
                </a:moveTo>
                <a:lnTo>
                  <a:pt x="27878" y="126155"/>
                </a:lnTo>
                <a:cubicBezTo>
                  <a:pt x="18642" y="126155"/>
                  <a:pt x="12137" y="117116"/>
                  <a:pt x="15065" y="108358"/>
                </a:cubicBezTo>
                <a:lnTo>
                  <a:pt x="28582" y="67808"/>
                </a:lnTo>
                <a:cubicBezTo>
                  <a:pt x="30412" y="62289"/>
                  <a:pt x="35594" y="58572"/>
                  <a:pt x="41395" y="58572"/>
                </a:cubicBezTo>
                <a:lnTo>
                  <a:pt x="148063" y="58572"/>
                </a:lnTo>
                <a:cubicBezTo>
                  <a:pt x="157300" y="58572"/>
                  <a:pt x="163805" y="67611"/>
                  <a:pt x="160876" y="76369"/>
                </a:cubicBezTo>
                <a:lnTo>
                  <a:pt x="147359" y="116919"/>
                </a:lnTo>
                <a:cubicBezTo>
                  <a:pt x="145529" y="122438"/>
                  <a:pt x="140348" y="126155"/>
                  <a:pt x="134547" y="126155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0" name="Text 38"/>
          <p:cNvSpPr/>
          <p:nvPr/>
        </p:nvSpPr>
        <p:spPr>
          <a:xfrm>
            <a:off x="6571222" y="3634733"/>
            <a:ext cx="2901570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6C757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Enables organized collaboration across teams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64048" y="4150169"/>
            <a:ext cx="5657160" cy="2737568"/>
          </a:xfrm>
          <a:custGeom>
            <a:avLst/>
            <a:gdLst/>
            <a:ahLst/>
            <a:cxnLst/>
            <a:rect l="l" t="t" r="r" b="b"/>
            <a:pathLst>
              <a:path w="5657160" h="2737568">
                <a:moveTo>
                  <a:pt x="72080" y="0"/>
                </a:moveTo>
                <a:lnTo>
                  <a:pt x="5585080" y="0"/>
                </a:lnTo>
                <a:cubicBezTo>
                  <a:pt x="5624889" y="0"/>
                  <a:pt x="5657160" y="32271"/>
                  <a:pt x="5657160" y="72080"/>
                </a:cubicBezTo>
                <a:lnTo>
                  <a:pt x="5657160" y="2665488"/>
                </a:lnTo>
                <a:cubicBezTo>
                  <a:pt x="5657160" y="2705297"/>
                  <a:pt x="5624889" y="2737568"/>
                  <a:pt x="5585080" y="2737568"/>
                </a:cubicBezTo>
                <a:lnTo>
                  <a:pt x="72080" y="2737568"/>
                </a:lnTo>
                <a:cubicBezTo>
                  <a:pt x="32271" y="2737568"/>
                  <a:pt x="0" y="2705297"/>
                  <a:pt x="0" y="2665488"/>
                </a:cubicBezTo>
                <a:lnTo>
                  <a:pt x="0" y="72080"/>
                </a:lnTo>
                <a:cubicBezTo>
                  <a:pt x="0" y="32298"/>
                  <a:pt x="32298" y="0"/>
                  <a:pt x="72080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4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1830" y="4333884"/>
            <a:ext cx="432532" cy="432532"/>
          </a:xfrm>
          <a:custGeom>
            <a:avLst/>
            <a:gdLst/>
            <a:ahLst/>
            <a:cxnLst/>
            <a:rect l="l" t="t" r="r" b="b"/>
            <a:pathLst>
              <a:path w="432532" h="432532">
                <a:moveTo>
                  <a:pt x="216266" y="0"/>
                </a:moveTo>
                <a:lnTo>
                  <a:pt x="216266" y="0"/>
                </a:lnTo>
                <a:cubicBezTo>
                  <a:pt x="335627" y="0"/>
                  <a:pt x="432532" y="96906"/>
                  <a:pt x="432532" y="216266"/>
                </a:cubicBezTo>
                <a:lnTo>
                  <a:pt x="432532" y="216266"/>
                </a:lnTo>
                <a:cubicBezTo>
                  <a:pt x="432532" y="335627"/>
                  <a:pt x="335627" y="432532"/>
                  <a:pt x="216266" y="432532"/>
                </a:cubicBezTo>
                <a:lnTo>
                  <a:pt x="216266" y="432532"/>
                </a:lnTo>
                <a:cubicBezTo>
                  <a:pt x="96906" y="432532"/>
                  <a:pt x="0" y="335627"/>
                  <a:pt x="0" y="216266"/>
                </a:cubicBezTo>
                <a:lnTo>
                  <a:pt x="0" y="216266"/>
                </a:lnTo>
                <a:cubicBezTo>
                  <a:pt x="0" y="96906"/>
                  <a:pt x="96906" y="0"/>
                  <a:pt x="216266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3" name="Text 41"/>
          <p:cNvSpPr/>
          <p:nvPr/>
        </p:nvSpPr>
        <p:spPr>
          <a:xfrm>
            <a:off x="466774" y="4333884"/>
            <a:ext cx="522643" cy="43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19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052495" y="4297949"/>
            <a:ext cx="2865525" cy="28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03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Code Editor (Code Writer)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052495" y="4586194"/>
            <a:ext cx="2829481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Feature-rich text editing with Monaco Editor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65896" y="4946638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7" name="Text 45"/>
          <p:cNvSpPr/>
          <p:nvPr/>
        </p:nvSpPr>
        <p:spPr>
          <a:xfrm>
            <a:off x="764140" y="4910593"/>
            <a:ext cx="4460488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Monaco Editor Integration: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VS Code-like editing experience in browser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65896" y="5234992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9" name="Text 47"/>
          <p:cNvSpPr/>
          <p:nvPr/>
        </p:nvSpPr>
        <p:spPr>
          <a:xfrm>
            <a:off x="764140" y="5198948"/>
            <a:ext cx="4469499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Text Editing Operations: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Insert, delete, replace with efficient algorithms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65896" y="5523347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1" name="Text 49"/>
          <p:cNvSpPr/>
          <p:nvPr/>
        </p:nvSpPr>
        <p:spPr>
          <a:xfrm>
            <a:off x="764140" y="5487303"/>
            <a:ext cx="4145100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Undo/Redo Functionality: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Command pattern for operation history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565896" y="5811702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3" name="Text 51"/>
          <p:cNvSpPr/>
          <p:nvPr/>
        </p:nvSpPr>
        <p:spPr>
          <a:xfrm>
            <a:off x="764140" y="5775658"/>
            <a:ext cx="4568621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Cursor Position Tracking: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Monitor and sync cursor locations across users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565896" y="6100057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5" name="Text 53"/>
          <p:cNvSpPr/>
          <p:nvPr/>
        </p:nvSpPr>
        <p:spPr>
          <a:xfrm>
            <a:off x="764140" y="6064012"/>
            <a:ext cx="4118067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Selection Handling: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Multi-character and line selection capabilities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511830" y="6408010"/>
            <a:ext cx="5361596" cy="7209"/>
          </a:xfrm>
          <a:custGeom>
            <a:avLst/>
            <a:gdLst/>
            <a:ahLst/>
            <a:cxnLst/>
            <a:rect l="l" t="t" r="r" b="b"/>
            <a:pathLst>
              <a:path w="5361596" h="7209">
                <a:moveTo>
                  <a:pt x="0" y="0"/>
                </a:moveTo>
                <a:lnTo>
                  <a:pt x="5361596" y="0"/>
                </a:lnTo>
                <a:lnTo>
                  <a:pt x="5361596" y="7209"/>
                </a:lnTo>
                <a:lnTo>
                  <a:pt x="0" y="7209"/>
                </a:lnTo>
                <a:lnTo>
                  <a:pt x="0" y="0"/>
                </a:lnTo>
                <a:close/>
              </a:path>
            </a:pathLst>
          </a:custGeom>
          <a:solidFill>
            <a:srgbClr val="4DB6AC">
              <a:alpha val="30196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520841" y="6555790"/>
            <a:ext cx="162200" cy="144177"/>
          </a:xfrm>
          <a:custGeom>
            <a:avLst/>
            <a:gdLst/>
            <a:ahLst/>
            <a:cxnLst/>
            <a:rect l="l" t="t" r="r" b="b"/>
            <a:pathLst>
              <a:path w="162200" h="144177">
                <a:moveTo>
                  <a:pt x="101600" y="338"/>
                </a:moveTo>
                <a:cubicBezTo>
                  <a:pt x="96813" y="-1042"/>
                  <a:pt x="91829" y="1746"/>
                  <a:pt x="90449" y="6533"/>
                </a:cubicBezTo>
                <a:lnTo>
                  <a:pt x="54404" y="132688"/>
                </a:lnTo>
                <a:cubicBezTo>
                  <a:pt x="53025" y="137475"/>
                  <a:pt x="55812" y="142460"/>
                  <a:pt x="60600" y="143839"/>
                </a:cubicBezTo>
                <a:cubicBezTo>
                  <a:pt x="65387" y="145219"/>
                  <a:pt x="70371" y="142431"/>
                  <a:pt x="71751" y="137644"/>
                </a:cubicBezTo>
                <a:lnTo>
                  <a:pt x="107795" y="11489"/>
                </a:lnTo>
                <a:cubicBezTo>
                  <a:pt x="109175" y="6702"/>
                  <a:pt x="106387" y="1718"/>
                  <a:pt x="101600" y="338"/>
                </a:cubicBezTo>
                <a:close/>
                <a:moveTo>
                  <a:pt x="119791" y="38663"/>
                </a:moveTo>
                <a:cubicBezTo>
                  <a:pt x="116271" y="42183"/>
                  <a:pt x="116271" y="47900"/>
                  <a:pt x="119791" y="51420"/>
                </a:cubicBezTo>
                <a:lnTo>
                  <a:pt x="140460" y="72089"/>
                </a:lnTo>
                <a:lnTo>
                  <a:pt x="119791" y="92758"/>
                </a:lnTo>
                <a:cubicBezTo>
                  <a:pt x="116271" y="96278"/>
                  <a:pt x="116271" y="101994"/>
                  <a:pt x="119791" y="105514"/>
                </a:cubicBezTo>
                <a:cubicBezTo>
                  <a:pt x="123311" y="109034"/>
                  <a:pt x="129027" y="109034"/>
                  <a:pt x="132547" y="105514"/>
                </a:cubicBezTo>
                <a:lnTo>
                  <a:pt x="159581" y="78481"/>
                </a:lnTo>
                <a:cubicBezTo>
                  <a:pt x="163101" y="74961"/>
                  <a:pt x="163101" y="69245"/>
                  <a:pt x="159581" y="65725"/>
                </a:cubicBezTo>
                <a:lnTo>
                  <a:pt x="132547" y="38691"/>
                </a:lnTo>
                <a:cubicBezTo>
                  <a:pt x="129027" y="35171"/>
                  <a:pt x="123311" y="35171"/>
                  <a:pt x="119791" y="38691"/>
                </a:cubicBezTo>
                <a:close/>
                <a:moveTo>
                  <a:pt x="42437" y="38663"/>
                </a:moveTo>
                <a:cubicBezTo>
                  <a:pt x="38917" y="35143"/>
                  <a:pt x="33200" y="35143"/>
                  <a:pt x="29680" y="38663"/>
                </a:cubicBezTo>
                <a:lnTo>
                  <a:pt x="2647" y="65696"/>
                </a:lnTo>
                <a:cubicBezTo>
                  <a:pt x="-873" y="69216"/>
                  <a:pt x="-873" y="74933"/>
                  <a:pt x="2647" y="78453"/>
                </a:cubicBezTo>
                <a:lnTo>
                  <a:pt x="29680" y="105486"/>
                </a:lnTo>
                <a:cubicBezTo>
                  <a:pt x="33200" y="109006"/>
                  <a:pt x="38917" y="109006"/>
                  <a:pt x="42437" y="105486"/>
                </a:cubicBezTo>
                <a:cubicBezTo>
                  <a:pt x="45957" y="101966"/>
                  <a:pt x="45957" y="96250"/>
                  <a:pt x="42437" y="92730"/>
                </a:cubicBezTo>
                <a:lnTo>
                  <a:pt x="21767" y="72089"/>
                </a:lnTo>
                <a:lnTo>
                  <a:pt x="42408" y="51420"/>
                </a:lnTo>
                <a:cubicBezTo>
                  <a:pt x="45928" y="47900"/>
                  <a:pt x="45928" y="42183"/>
                  <a:pt x="42408" y="38663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58" name="Text 56"/>
          <p:cNvSpPr/>
          <p:nvPr/>
        </p:nvSpPr>
        <p:spPr>
          <a:xfrm>
            <a:off x="764140" y="6519745"/>
            <a:ext cx="2964647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editing functionality with professional UX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171130" y="4150169"/>
            <a:ext cx="5657160" cy="2737568"/>
          </a:xfrm>
          <a:custGeom>
            <a:avLst/>
            <a:gdLst/>
            <a:ahLst/>
            <a:cxnLst/>
            <a:rect l="l" t="t" r="r" b="b"/>
            <a:pathLst>
              <a:path w="5657160" h="2737568">
                <a:moveTo>
                  <a:pt x="72080" y="0"/>
                </a:moveTo>
                <a:lnTo>
                  <a:pt x="5585080" y="0"/>
                </a:lnTo>
                <a:cubicBezTo>
                  <a:pt x="5624889" y="0"/>
                  <a:pt x="5657160" y="32271"/>
                  <a:pt x="5657160" y="72080"/>
                </a:cubicBezTo>
                <a:lnTo>
                  <a:pt x="5657160" y="2665488"/>
                </a:lnTo>
                <a:cubicBezTo>
                  <a:pt x="5657160" y="2705297"/>
                  <a:pt x="5624889" y="2737568"/>
                  <a:pt x="5585080" y="2737568"/>
                </a:cubicBezTo>
                <a:lnTo>
                  <a:pt x="72080" y="2737568"/>
                </a:lnTo>
                <a:cubicBezTo>
                  <a:pt x="32271" y="2737568"/>
                  <a:pt x="0" y="2705297"/>
                  <a:pt x="0" y="2665488"/>
                </a:cubicBezTo>
                <a:lnTo>
                  <a:pt x="0" y="72080"/>
                </a:lnTo>
                <a:cubicBezTo>
                  <a:pt x="0" y="32298"/>
                  <a:pt x="32298" y="0"/>
                  <a:pt x="72080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A0AAB3">
                <a:alpha val="4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318912" y="4333884"/>
            <a:ext cx="432532" cy="432532"/>
          </a:xfrm>
          <a:custGeom>
            <a:avLst/>
            <a:gdLst/>
            <a:ahLst/>
            <a:cxnLst/>
            <a:rect l="l" t="t" r="r" b="b"/>
            <a:pathLst>
              <a:path w="432532" h="432532">
                <a:moveTo>
                  <a:pt x="216266" y="0"/>
                </a:moveTo>
                <a:lnTo>
                  <a:pt x="216266" y="0"/>
                </a:lnTo>
                <a:cubicBezTo>
                  <a:pt x="335627" y="0"/>
                  <a:pt x="432532" y="96906"/>
                  <a:pt x="432532" y="216266"/>
                </a:cubicBezTo>
                <a:lnTo>
                  <a:pt x="432532" y="216266"/>
                </a:lnTo>
                <a:cubicBezTo>
                  <a:pt x="432532" y="335627"/>
                  <a:pt x="335627" y="432532"/>
                  <a:pt x="216266" y="432532"/>
                </a:cubicBezTo>
                <a:lnTo>
                  <a:pt x="216266" y="432532"/>
                </a:lnTo>
                <a:cubicBezTo>
                  <a:pt x="96906" y="432532"/>
                  <a:pt x="0" y="335627"/>
                  <a:pt x="0" y="216266"/>
                </a:cubicBezTo>
                <a:lnTo>
                  <a:pt x="0" y="216266"/>
                </a:lnTo>
                <a:cubicBezTo>
                  <a:pt x="0" y="96906"/>
                  <a:pt x="96906" y="0"/>
                  <a:pt x="216266" y="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61" name="Text 59"/>
          <p:cNvSpPr/>
          <p:nvPr/>
        </p:nvSpPr>
        <p:spPr>
          <a:xfrm>
            <a:off x="6273856" y="4333884"/>
            <a:ext cx="522643" cy="43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19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859577" y="4297949"/>
            <a:ext cx="2757392" cy="28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03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Syntax Checking Module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6859577" y="4586194"/>
            <a:ext cx="2721348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Real-time error detection and code quality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372978" y="4946638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65" name="Text 63"/>
          <p:cNvSpPr/>
          <p:nvPr/>
        </p:nvSpPr>
        <p:spPr>
          <a:xfrm>
            <a:off x="6571222" y="4910593"/>
            <a:ext cx="3271024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Error Detection: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Identify syntax errors as users type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372978" y="5234992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67" name="Text 65"/>
          <p:cNvSpPr/>
          <p:nvPr/>
        </p:nvSpPr>
        <p:spPr>
          <a:xfrm>
            <a:off x="6571222" y="5198948"/>
            <a:ext cx="4136089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Syntax Highlighting: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Color-coded text for different code elements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6372978" y="5523347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69" name="Text 67"/>
          <p:cNvSpPr/>
          <p:nvPr/>
        </p:nvSpPr>
        <p:spPr>
          <a:xfrm>
            <a:off x="6571222" y="5487303"/>
            <a:ext cx="3928834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Linting Integration: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ESLint/TSLint for code quality enforcement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372978" y="5811702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71" name="Text 69"/>
          <p:cNvSpPr/>
          <p:nvPr/>
        </p:nvSpPr>
        <p:spPr>
          <a:xfrm>
            <a:off x="6571222" y="5775658"/>
            <a:ext cx="3856745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Auto-formatting: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Prettier integration for consistent code style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6372978" y="6100057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73" name="Text 71"/>
          <p:cNvSpPr/>
          <p:nvPr/>
        </p:nvSpPr>
        <p:spPr>
          <a:xfrm>
            <a:off x="6571222" y="6064012"/>
            <a:ext cx="3703557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Language Support: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JavaScript, Python, C++, Java, and more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6318912" y="6408010"/>
            <a:ext cx="5361596" cy="7209"/>
          </a:xfrm>
          <a:custGeom>
            <a:avLst/>
            <a:gdLst/>
            <a:ahLst/>
            <a:cxnLst/>
            <a:rect l="l" t="t" r="r" b="b"/>
            <a:pathLst>
              <a:path w="5361596" h="7209">
                <a:moveTo>
                  <a:pt x="0" y="0"/>
                </a:moveTo>
                <a:lnTo>
                  <a:pt x="5361596" y="0"/>
                </a:lnTo>
                <a:lnTo>
                  <a:pt x="5361596" y="7209"/>
                </a:lnTo>
                <a:lnTo>
                  <a:pt x="0" y="7209"/>
                </a:lnTo>
                <a:lnTo>
                  <a:pt x="0" y="0"/>
                </a:lnTo>
                <a:close/>
              </a:path>
            </a:pathLst>
          </a:custGeom>
          <a:solidFill>
            <a:srgbClr val="A0AAB3">
              <a:alpha val="30196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6336934" y="6555790"/>
            <a:ext cx="144177" cy="144177"/>
          </a:xfrm>
          <a:custGeom>
            <a:avLst/>
            <a:gdLst/>
            <a:ahLst/>
            <a:cxnLst/>
            <a:rect l="l" t="t" r="r" b="b"/>
            <a:pathLst>
              <a:path w="144177" h="144177">
                <a:moveTo>
                  <a:pt x="72089" y="144177"/>
                </a:moveTo>
                <a:cubicBezTo>
                  <a:pt x="111876" y="144177"/>
                  <a:pt x="144177" y="111876"/>
                  <a:pt x="144177" y="72089"/>
                </a:cubicBezTo>
                <a:cubicBezTo>
                  <a:pt x="144177" y="32302"/>
                  <a:pt x="111876" y="0"/>
                  <a:pt x="72089" y="0"/>
                </a:cubicBezTo>
                <a:cubicBezTo>
                  <a:pt x="32302" y="0"/>
                  <a:pt x="0" y="32302"/>
                  <a:pt x="0" y="72089"/>
                </a:cubicBezTo>
                <a:cubicBezTo>
                  <a:pt x="0" y="111876"/>
                  <a:pt x="32302" y="144177"/>
                  <a:pt x="72089" y="144177"/>
                </a:cubicBezTo>
                <a:close/>
                <a:moveTo>
                  <a:pt x="95855" y="59896"/>
                </a:moveTo>
                <a:lnTo>
                  <a:pt x="73328" y="95940"/>
                </a:lnTo>
                <a:cubicBezTo>
                  <a:pt x="72145" y="97827"/>
                  <a:pt x="70118" y="99009"/>
                  <a:pt x="67893" y="99122"/>
                </a:cubicBezTo>
                <a:cubicBezTo>
                  <a:pt x="65668" y="99235"/>
                  <a:pt x="63528" y="98221"/>
                  <a:pt x="62205" y="96419"/>
                </a:cubicBezTo>
                <a:lnTo>
                  <a:pt x="48688" y="78396"/>
                </a:lnTo>
                <a:cubicBezTo>
                  <a:pt x="46435" y="75412"/>
                  <a:pt x="47055" y="71188"/>
                  <a:pt x="50040" y="68935"/>
                </a:cubicBezTo>
                <a:cubicBezTo>
                  <a:pt x="53025" y="66682"/>
                  <a:pt x="57249" y="67302"/>
                  <a:pt x="59501" y="70286"/>
                </a:cubicBezTo>
                <a:lnTo>
                  <a:pt x="67104" y="80424"/>
                </a:lnTo>
                <a:lnTo>
                  <a:pt x="84394" y="52743"/>
                </a:lnTo>
                <a:cubicBezTo>
                  <a:pt x="86366" y="49589"/>
                  <a:pt x="90533" y="48604"/>
                  <a:pt x="93715" y="50603"/>
                </a:cubicBezTo>
                <a:cubicBezTo>
                  <a:pt x="96897" y="52602"/>
                  <a:pt x="97855" y="56742"/>
                  <a:pt x="95855" y="59924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76" name="Text 74"/>
          <p:cNvSpPr/>
          <p:nvPr/>
        </p:nvSpPr>
        <p:spPr>
          <a:xfrm>
            <a:off x="6571222" y="6519745"/>
            <a:ext cx="2604204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6C757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Improves code quality and reduces bugs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0" y="0"/>
                </a:moveTo>
                <a:lnTo>
                  <a:pt x="76200" y="0"/>
                </a:lnTo>
                <a:lnTo>
                  <a:pt x="762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" name="Text 1"/>
          <p:cNvSpPr/>
          <p:nvPr/>
        </p:nvSpPr>
        <p:spPr>
          <a:xfrm>
            <a:off x="609600" y="419100"/>
            <a:ext cx="6210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 5-7: Intelligence &amp; Collaboration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09600" y="914400"/>
            <a:ext cx="11287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AI Assistance, Version Control, and Real-Time Collaboration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4810" y="1337310"/>
            <a:ext cx="3703320" cy="4017645"/>
          </a:xfrm>
          <a:custGeom>
            <a:avLst/>
            <a:gdLst/>
            <a:ahLst/>
            <a:cxnLst/>
            <a:rect l="l" t="t" r="r" b="b"/>
            <a:pathLst>
              <a:path w="3703320" h="4017645">
                <a:moveTo>
                  <a:pt x="76214" y="0"/>
                </a:moveTo>
                <a:lnTo>
                  <a:pt x="3627106" y="0"/>
                </a:lnTo>
                <a:cubicBezTo>
                  <a:pt x="3669198" y="0"/>
                  <a:pt x="3703320" y="34122"/>
                  <a:pt x="3703320" y="76214"/>
                </a:cubicBezTo>
                <a:lnTo>
                  <a:pt x="3703320" y="3941431"/>
                </a:lnTo>
                <a:cubicBezTo>
                  <a:pt x="3703320" y="3983523"/>
                  <a:pt x="3669198" y="4017645"/>
                  <a:pt x="3627106" y="4017645"/>
                </a:cubicBezTo>
                <a:lnTo>
                  <a:pt x="76214" y="4017645"/>
                </a:lnTo>
                <a:cubicBezTo>
                  <a:pt x="34122" y="4017645"/>
                  <a:pt x="0" y="3983523"/>
                  <a:pt x="0" y="3941431"/>
                </a:cubicBezTo>
                <a:lnTo>
                  <a:pt x="0" y="76214"/>
                </a:lnTo>
                <a:cubicBezTo>
                  <a:pt x="0" y="34150"/>
                  <a:pt x="34150" y="0"/>
                  <a:pt x="76214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1020" y="153161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7" name="Text 5"/>
          <p:cNvSpPr/>
          <p:nvPr/>
        </p:nvSpPr>
        <p:spPr>
          <a:xfrm>
            <a:off x="493395" y="1531618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2520" y="1493518"/>
            <a:ext cx="2914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Assistance &amp; Code Completion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9595" y="21793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0" name="Text 8"/>
          <p:cNvSpPr/>
          <p:nvPr/>
        </p:nvSpPr>
        <p:spPr>
          <a:xfrm>
            <a:off x="751046" y="2141218"/>
            <a:ext cx="3257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Intelligent Suggestions: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AI-powered code completion using LLM APIs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9595" y="27127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56" y="2674618"/>
            <a:ext cx="3257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Code Explanation: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Generate documentation and clarify complex code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9595" y="32461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4" name="Text 12"/>
          <p:cNvSpPr/>
          <p:nvPr/>
        </p:nvSpPr>
        <p:spPr>
          <a:xfrm>
            <a:off x="747713" y="3208018"/>
            <a:ext cx="3257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Autocomplete: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Context-aware variable and function name suggestions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4357" y="37795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6" name="Text 14"/>
          <p:cNvSpPr/>
          <p:nvPr/>
        </p:nvSpPr>
        <p:spPr>
          <a:xfrm>
            <a:off x="757595" y="3741418"/>
            <a:ext cx="324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Error Correction: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AI-suggested fixes for common coding mistakes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4832" y="43129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8" name="Text 16"/>
          <p:cNvSpPr/>
          <p:nvPr/>
        </p:nvSpPr>
        <p:spPr>
          <a:xfrm>
            <a:off x="741283" y="4274818"/>
            <a:ext cx="32670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Code Optimization: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Performance and readability improvement suggestions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1020" y="4850128"/>
            <a:ext cx="3390900" cy="7620"/>
          </a:xfrm>
          <a:custGeom>
            <a:avLst/>
            <a:gdLst/>
            <a:ahLst/>
            <a:cxnLst/>
            <a:rect l="l" t="t" r="r" b="b"/>
            <a:pathLst>
              <a:path w="3390900" h="7620">
                <a:moveTo>
                  <a:pt x="0" y="0"/>
                </a:moveTo>
                <a:lnTo>
                  <a:pt x="3390900" y="0"/>
                </a:lnTo>
                <a:lnTo>
                  <a:pt x="33909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4DB6AC">
              <a:alpha val="30196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60070" y="500633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1" name="Text 19"/>
          <p:cNvSpPr/>
          <p:nvPr/>
        </p:nvSpPr>
        <p:spPr>
          <a:xfrm>
            <a:off x="807720" y="4968236"/>
            <a:ext cx="2381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Enhances productivity and learning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245531" y="1337310"/>
            <a:ext cx="3703320" cy="4017645"/>
          </a:xfrm>
          <a:custGeom>
            <a:avLst/>
            <a:gdLst/>
            <a:ahLst/>
            <a:cxnLst/>
            <a:rect l="l" t="t" r="r" b="b"/>
            <a:pathLst>
              <a:path w="3703320" h="4017645">
                <a:moveTo>
                  <a:pt x="76214" y="0"/>
                </a:moveTo>
                <a:lnTo>
                  <a:pt x="3627106" y="0"/>
                </a:lnTo>
                <a:cubicBezTo>
                  <a:pt x="3669198" y="0"/>
                  <a:pt x="3703320" y="34122"/>
                  <a:pt x="3703320" y="76214"/>
                </a:cubicBezTo>
                <a:lnTo>
                  <a:pt x="3703320" y="3941431"/>
                </a:lnTo>
                <a:cubicBezTo>
                  <a:pt x="3703320" y="3983523"/>
                  <a:pt x="3669198" y="4017645"/>
                  <a:pt x="3627106" y="4017645"/>
                </a:cubicBezTo>
                <a:lnTo>
                  <a:pt x="76214" y="4017645"/>
                </a:lnTo>
                <a:cubicBezTo>
                  <a:pt x="34122" y="4017645"/>
                  <a:pt x="0" y="3983523"/>
                  <a:pt x="0" y="3941431"/>
                </a:cubicBezTo>
                <a:lnTo>
                  <a:pt x="0" y="76214"/>
                </a:lnTo>
                <a:cubicBezTo>
                  <a:pt x="0" y="34150"/>
                  <a:pt x="34150" y="0"/>
                  <a:pt x="76214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A0AAB3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01741" y="149351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4" name="Text 22"/>
          <p:cNvSpPr/>
          <p:nvPr/>
        </p:nvSpPr>
        <p:spPr>
          <a:xfrm>
            <a:off x="4354116" y="1493518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973241" y="1588768"/>
            <a:ext cx="2076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Version Control Module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430316" y="21031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7" name="Text 25"/>
          <p:cNvSpPr/>
          <p:nvPr/>
        </p:nvSpPr>
        <p:spPr>
          <a:xfrm>
            <a:off x="4611648" y="2065018"/>
            <a:ext cx="3257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History Tracking: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Record every change with user, timestamp, and diff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435078" y="26365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9" name="Text 27"/>
          <p:cNvSpPr/>
          <p:nvPr/>
        </p:nvSpPr>
        <p:spPr>
          <a:xfrm>
            <a:off x="4618077" y="2598418"/>
            <a:ext cx="324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Version Restoration: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Revert to any previous version with one click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435078" y="31699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1" name="Text 29"/>
          <p:cNvSpPr/>
          <p:nvPr/>
        </p:nvSpPr>
        <p:spPr>
          <a:xfrm>
            <a:off x="4621054" y="3131818"/>
            <a:ext cx="324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Diff Visualization: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Side-by-side comparison highlighting changes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430316" y="37033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3" name="Text 31"/>
          <p:cNvSpPr/>
          <p:nvPr/>
        </p:nvSpPr>
        <p:spPr>
          <a:xfrm>
            <a:off x="4611767" y="3665218"/>
            <a:ext cx="3257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Branching: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Create experimental versions without affecting main code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444603" y="42367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5" name="Text 33"/>
          <p:cNvSpPr/>
          <p:nvPr/>
        </p:nvSpPr>
        <p:spPr>
          <a:xfrm>
            <a:off x="4643080" y="4198618"/>
            <a:ext cx="3219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Change Annotations: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See who changed what and when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401741" y="4850128"/>
            <a:ext cx="3390900" cy="7620"/>
          </a:xfrm>
          <a:custGeom>
            <a:avLst/>
            <a:gdLst/>
            <a:ahLst/>
            <a:cxnLst/>
            <a:rect l="l" t="t" r="r" b="b"/>
            <a:pathLst>
              <a:path w="3390900" h="7620">
                <a:moveTo>
                  <a:pt x="0" y="0"/>
                </a:moveTo>
                <a:lnTo>
                  <a:pt x="3390900" y="0"/>
                </a:lnTo>
                <a:lnTo>
                  <a:pt x="33909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A0AAB3">
              <a:alpha val="30196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11266" y="5006336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85725" y="19050"/>
                </a:moveTo>
                <a:cubicBezTo>
                  <a:pt x="117277" y="19050"/>
                  <a:pt x="142875" y="44648"/>
                  <a:pt x="142875" y="76200"/>
                </a:cubicBezTo>
                <a:cubicBezTo>
                  <a:pt x="142875" y="107752"/>
                  <a:pt x="117277" y="133350"/>
                  <a:pt x="85725" y="133350"/>
                </a:cubicBezTo>
                <a:cubicBezTo>
                  <a:pt x="66318" y="133350"/>
                  <a:pt x="49143" y="123676"/>
                  <a:pt x="38814" y="108853"/>
                </a:cubicBezTo>
                <a:cubicBezTo>
                  <a:pt x="35808" y="104537"/>
                  <a:pt x="29855" y="103495"/>
                  <a:pt x="25539" y="106501"/>
                </a:cubicBezTo>
                <a:cubicBezTo>
                  <a:pt x="21223" y="109508"/>
                  <a:pt x="20181" y="115461"/>
                  <a:pt x="23187" y="119777"/>
                </a:cubicBezTo>
                <a:cubicBezTo>
                  <a:pt x="36939" y="139482"/>
                  <a:pt x="59829" y="152400"/>
                  <a:pt x="85725" y="152400"/>
                </a:cubicBezTo>
                <a:cubicBezTo>
                  <a:pt x="127814" y="152400"/>
                  <a:pt x="161925" y="118289"/>
                  <a:pt x="161925" y="76200"/>
                </a:cubicBezTo>
                <a:cubicBezTo>
                  <a:pt x="161925" y="34111"/>
                  <a:pt x="127814" y="0"/>
                  <a:pt x="85725" y="0"/>
                </a:cubicBezTo>
                <a:cubicBezTo>
                  <a:pt x="60216" y="0"/>
                  <a:pt x="37654" y="12531"/>
                  <a:pt x="23813" y="31760"/>
                </a:cubicBezTo>
                <a:lnTo>
                  <a:pt x="23813" y="23813"/>
                </a:lnTo>
                <a:cubicBezTo>
                  <a:pt x="23813" y="18544"/>
                  <a:pt x="19556" y="14288"/>
                  <a:pt x="14288" y="14288"/>
                </a:cubicBezTo>
                <a:cubicBezTo>
                  <a:pt x="9019" y="14288"/>
                  <a:pt x="4763" y="18544"/>
                  <a:pt x="4763" y="23813"/>
                </a:cubicBezTo>
                <a:lnTo>
                  <a:pt x="4763" y="57150"/>
                </a:lnTo>
                <a:cubicBezTo>
                  <a:pt x="4763" y="62419"/>
                  <a:pt x="9019" y="66675"/>
                  <a:pt x="14288" y="66675"/>
                </a:cubicBezTo>
                <a:lnTo>
                  <a:pt x="21610" y="66675"/>
                </a:lnTo>
                <a:cubicBezTo>
                  <a:pt x="21759" y="66675"/>
                  <a:pt x="21908" y="66675"/>
                  <a:pt x="22056" y="66675"/>
                </a:cubicBezTo>
                <a:lnTo>
                  <a:pt x="47655" y="66675"/>
                </a:lnTo>
                <a:cubicBezTo>
                  <a:pt x="52923" y="66675"/>
                  <a:pt x="57180" y="62419"/>
                  <a:pt x="57180" y="57150"/>
                </a:cubicBezTo>
                <a:cubicBezTo>
                  <a:pt x="57180" y="51881"/>
                  <a:pt x="52923" y="47625"/>
                  <a:pt x="47655" y="47625"/>
                </a:cubicBezTo>
                <a:lnTo>
                  <a:pt x="36255" y="47625"/>
                </a:lnTo>
                <a:cubicBezTo>
                  <a:pt x="46107" y="30540"/>
                  <a:pt x="64591" y="19050"/>
                  <a:pt x="85725" y="19050"/>
                </a:cubicBezTo>
                <a:close/>
                <a:moveTo>
                  <a:pt x="92869" y="45244"/>
                </a:moveTo>
                <a:cubicBezTo>
                  <a:pt x="92869" y="41285"/>
                  <a:pt x="89684" y="38100"/>
                  <a:pt x="85725" y="38100"/>
                </a:cubicBezTo>
                <a:cubicBezTo>
                  <a:pt x="81766" y="38100"/>
                  <a:pt x="78581" y="41285"/>
                  <a:pt x="78581" y="45244"/>
                </a:cubicBezTo>
                <a:lnTo>
                  <a:pt x="78581" y="76200"/>
                </a:lnTo>
                <a:cubicBezTo>
                  <a:pt x="78581" y="78105"/>
                  <a:pt x="79325" y="79921"/>
                  <a:pt x="80665" y="81260"/>
                </a:cubicBezTo>
                <a:lnTo>
                  <a:pt x="102096" y="102691"/>
                </a:lnTo>
                <a:cubicBezTo>
                  <a:pt x="104894" y="105489"/>
                  <a:pt x="109418" y="105489"/>
                  <a:pt x="112187" y="102691"/>
                </a:cubicBezTo>
                <a:cubicBezTo>
                  <a:pt x="114955" y="99893"/>
                  <a:pt x="114985" y="95369"/>
                  <a:pt x="112187" y="92601"/>
                </a:cubicBezTo>
                <a:lnTo>
                  <a:pt x="92839" y="73253"/>
                </a:lnTo>
                <a:lnTo>
                  <a:pt x="92839" y="45244"/>
                </a:ln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38" name="Text 36"/>
          <p:cNvSpPr/>
          <p:nvPr/>
        </p:nvSpPr>
        <p:spPr>
          <a:xfrm>
            <a:off x="4668441" y="4968236"/>
            <a:ext cx="1724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6C757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Never lose code changes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106371" y="1337310"/>
            <a:ext cx="3703320" cy="4017645"/>
          </a:xfrm>
          <a:custGeom>
            <a:avLst/>
            <a:gdLst/>
            <a:ahLst/>
            <a:cxnLst/>
            <a:rect l="l" t="t" r="r" b="b"/>
            <a:pathLst>
              <a:path w="3703320" h="4017645">
                <a:moveTo>
                  <a:pt x="76214" y="0"/>
                </a:moveTo>
                <a:lnTo>
                  <a:pt x="3627106" y="0"/>
                </a:lnTo>
                <a:cubicBezTo>
                  <a:pt x="3669198" y="0"/>
                  <a:pt x="3703320" y="34122"/>
                  <a:pt x="3703320" y="76214"/>
                </a:cubicBezTo>
                <a:lnTo>
                  <a:pt x="3703320" y="3941431"/>
                </a:lnTo>
                <a:cubicBezTo>
                  <a:pt x="3703320" y="3983523"/>
                  <a:pt x="3669198" y="4017645"/>
                  <a:pt x="3627106" y="4017645"/>
                </a:cubicBezTo>
                <a:lnTo>
                  <a:pt x="76214" y="4017645"/>
                </a:lnTo>
                <a:cubicBezTo>
                  <a:pt x="34122" y="4017645"/>
                  <a:pt x="0" y="3983523"/>
                  <a:pt x="0" y="3941431"/>
                </a:cubicBezTo>
                <a:lnTo>
                  <a:pt x="0" y="76214"/>
                </a:lnTo>
                <a:cubicBezTo>
                  <a:pt x="0" y="34150"/>
                  <a:pt x="34150" y="0"/>
                  <a:pt x="76214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4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62581" y="149351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1" name="Text 39"/>
          <p:cNvSpPr/>
          <p:nvPr/>
        </p:nvSpPr>
        <p:spPr>
          <a:xfrm>
            <a:off x="8214956" y="1493518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834081" y="1588768"/>
            <a:ext cx="2790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 Collaboration Module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291156" y="21031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4" name="Text 42"/>
          <p:cNvSpPr/>
          <p:nvPr/>
        </p:nvSpPr>
        <p:spPr>
          <a:xfrm>
            <a:off x="8467487" y="2065018"/>
            <a:ext cx="3257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Live Editing Sync: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Socket.IO broadcasts changes to all connected clients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295918" y="26365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6" name="Text 44"/>
          <p:cNvSpPr/>
          <p:nvPr/>
        </p:nvSpPr>
        <p:spPr>
          <a:xfrm>
            <a:off x="8485108" y="2598418"/>
            <a:ext cx="323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Presence: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Show active collaborators with colored cursors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295918" y="31699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8" name="Text 46"/>
          <p:cNvSpPr/>
          <p:nvPr/>
        </p:nvSpPr>
        <p:spPr>
          <a:xfrm>
            <a:off x="8483561" y="3131818"/>
            <a:ext cx="324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Cursor Positioning: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Track and display where each user is editing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295918" y="37033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0" name="Text 48"/>
          <p:cNvSpPr/>
          <p:nvPr/>
        </p:nvSpPr>
        <p:spPr>
          <a:xfrm>
            <a:off x="8478441" y="3665218"/>
            <a:ext cx="324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Operational Transform: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Resolve concurrent edits without conflicts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286393" y="4236718"/>
            <a:ext cx="76200" cy="152400"/>
          </a:xfrm>
          <a:custGeom>
            <a:avLst/>
            <a:gdLst/>
            <a:ahLst/>
            <a:cxnLst/>
            <a:rect l="l" t="t" r="r" b="b"/>
            <a:pathLst>
              <a:path w="76200" h="152400">
                <a:moveTo>
                  <a:pt x="9674" y="28575"/>
                </a:moveTo>
                <a:cubicBezTo>
                  <a:pt x="9674" y="24735"/>
                  <a:pt x="11996" y="21253"/>
                  <a:pt x="15567" y="19764"/>
                </a:cubicBezTo>
                <a:cubicBezTo>
                  <a:pt x="19139" y="18276"/>
                  <a:pt x="23217" y="19110"/>
                  <a:pt x="25926" y="21848"/>
                </a:cubicBezTo>
                <a:lnTo>
                  <a:pt x="73551" y="69473"/>
                </a:lnTo>
                <a:cubicBezTo>
                  <a:pt x="77272" y="73194"/>
                  <a:pt x="77272" y="79236"/>
                  <a:pt x="73551" y="82957"/>
                </a:cubicBezTo>
                <a:lnTo>
                  <a:pt x="25926" y="130582"/>
                </a:lnTo>
                <a:cubicBezTo>
                  <a:pt x="23187" y="133320"/>
                  <a:pt x="19110" y="134124"/>
                  <a:pt x="15538" y="132636"/>
                </a:cubicBezTo>
                <a:cubicBezTo>
                  <a:pt x="11966" y="131147"/>
                  <a:pt x="9674" y="127665"/>
                  <a:pt x="9674" y="123825"/>
                </a:cubicBezTo>
                <a:lnTo>
                  <a:pt x="9674" y="2857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2" name="Text 50"/>
          <p:cNvSpPr/>
          <p:nvPr/>
        </p:nvSpPr>
        <p:spPr>
          <a:xfrm>
            <a:off x="8466534" y="4198618"/>
            <a:ext cx="3257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Room Management: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Isolate workspaces to prevent cross-contamination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262581" y="4850128"/>
            <a:ext cx="3390900" cy="7620"/>
          </a:xfrm>
          <a:custGeom>
            <a:avLst/>
            <a:gdLst/>
            <a:ahLst/>
            <a:cxnLst/>
            <a:rect l="l" t="t" r="r" b="b"/>
            <a:pathLst>
              <a:path w="3390900" h="7620">
                <a:moveTo>
                  <a:pt x="0" y="0"/>
                </a:moveTo>
                <a:lnTo>
                  <a:pt x="3390900" y="0"/>
                </a:lnTo>
                <a:lnTo>
                  <a:pt x="33909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4DB6AC">
              <a:alpha val="30196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2581" y="5006336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55" name="Text 53"/>
          <p:cNvSpPr/>
          <p:nvPr/>
        </p:nvSpPr>
        <p:spPr>
          <a:xfrm>
            <a:off x="8529281" y="4968236"/>
            <a:ext cx="2495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Enables seamless team collaboration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384810" y="5551169"/>
            <a:ext cx="11418570" cy="922020"/>
          </a:xfrm>
          <a:custGeom>
            <a:avLst/>
            <a:gdLst/>
            <a:ahLst/>
            <a:cxnLst/>
            <a:rect l="l" t="t" r="r" b="b"/>
            <a:pathLst>
              <a:path w="11418570" h="922020">
                <a:moveTo>
                  <a:pt x="76196" y="0"/>
                </a:moveTo>
                <a:lnTo>
                  <a:pt x="11342374" y="0"/>
                </a:lnTo>
                <a:cubicBezTo>
                  <a:pt x="11384456" y="0"/>
                  <a:pt x="11418570" y="34114"/>
                  <a:pt x="11418570" y="76196"/>
                </a:cubicBezTo>
                <a:lnTo>
                  <a:pt x="11418570" y="845824"/>
                </a:lnTo>
                <a:cubicBezTo>
                  <a:pt x="11418570" y="887906"/>
                  <a:pt x="11384456" y="922020"/>
                  <a:pt x="11342374" y="922020"/>
                </a:cubicBezTo>
                <a:lnTo>
                  <a:pt x="76196" y="922020"/>
                </a:lnTo>
                <a:cubicBezTo>
                  <a:pt x="34114" y="922020"/>
                  <a:pt x="0" y="887906"/>
                  <a:pt x="0" y="845824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10160">
            <a:solidFill>
              <a:srgbClr val="4DB6A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64832" y="5745477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56034"/>
                </a:moveTo>
                <a:lnTo>
                  <a:pt x="151284" y="91753"/>
                </a:lnTo>
                <a:cubicBezTo>
                  <a:pt x="147861" y="95176"/>
                  <a:pt x="142763" y="96180"/>
                  <a:pt x="138299" y="94320"/>
                </a:cubicBezTo>
                <a:cubicBezTo>
                  <a:pt x="133834" y="92459"/>
                  <a:pt x="130969" y="88143"/>
                  <a:pt x="130969" y="83344"/>
                </a:cubicBezTo>
                <a:lnTo>
                  <a:pt x="130969" y="59531"/>
                </a:ln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130969" y="35719"/>
                </a:lnTo>
                <a:lnTo>
                  <a:pt x="130969" y="11906"/>
                </a:lnTo>
                <a:cubicBezTo>
                  <a:pt x="130969" y="7107"/>
                  <a:pt x="133871" y="2753"/>
                  <a:pt x="138336" y="893"/>
                </a:cubicBezTo>
                <a:cubicBezTo>
                  <a:pt x="142801" y="-967"/>
                  <a:pt x="147898" y="74"/>
                  <a:pt x="151321" y="3460"/>
                </a:cubicBezTo>
                <a:lnTo>
                  <a:pt x="187040" y="39179"/>
                </a:lnTo>
                <a:cubicBezTo>
                  <a:pt x="191691" y="43830"/>
                  <a:pt x="191691" y="51383"/>
                  <a:pt x="187040" y="56034"/>
                </a:cubicBezTo>
                <a:close/>
                <a:moveTo>
                  <a:pt x="39179" y="187003"/>
                </a:moveTo>
                <a:lnTo>
                  <a:pt x="3460" y="151284"/>
                </a:lnTo>
                <a:cubicBezTo>
                  <a:pt x="-1191" y="146633"/>
                  <a:pt x="-1191" y="139080"/>
                  <a:pt x="3460" y="134429"/>
                </a:cubicBezTo>
                <a:lnTo>
                  <a:pt x="39179" y="98710"/>
                </a:lnTo>
                <a:cubicBezTo>
                  <a:pt x="42602" y="95287"/>
                  <a:pt x="47699" y="94283"/>
                  <a:pt x="52164" y="96143"/>
                </a:cubicBezTo>
                <a:cubicBezTo>
                  <a:pt x="56629" y="98003"/>
                  <a:pt x="59531" y="102357"/>
                  <a:pt x="59531" y="107156"/>
                </a:cubicBezTo>
                <a:lnTo>
                  <a:pt x="59531" y="130969"/>
                </a:lnTo>
                <a:lnTo>
                  <a:pt x="178594" y="130969"/>
                </a:lnTo>
                <a:cubicBezTo>
                  <a:pt x="185179" y="130969"/>
                  <a:pt x="190500" y="136289"/>
                  <a:pt x="190500" y="142875"/>
                </a:cubicBezTo>
                <a:cubicBezTo>
                  <a:pt x="190500" y="149461"/>
                  <a:pt x="185179" y="154781"/>
                  <a:pt x="178594" y="154781"/>
                </a:cubicBezTo>
                <a:lnTo>
                  <a:pt x="59531" y="154781"/>
                </a:lnTo>
                <a:lnTo>
                  <a:pt x="59531" y="178594"/>
                </a:lnTo>
                <a:cubicBezTo>
                  <a:pt x="59531" y="183393"/>
                  <a:pt x="56629" y="187747"/>
                  <a:pt x="52164" y="189607"/>
                </a:cubicBezTo>
                <a:cubicBezTo>
                  <a:pt x="47699" y="191467"/>
                  <a:pt x="42602" y="190426"/>
                  <a:pt x="39179" y="18704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8" name="Text 56"/>
          <p:cNvSpPr/>
          <p:nvPr/>
        </p:nvSpPr>
        <p:spPr>
          <a:xfrm>
            <a:off x="779145" y="5707377"/>
            <a:ext cx="1096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Technologies &amp; Patterns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541020" y="6088377"/>
            <a:ext cx="3629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AI APIs: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OpenAI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4320540" y="6088377"/>
            <a:ext cx="3629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Diff Algorithm: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Myers' diff algorithm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8100060" y="6088377"/>
            <a:ext cx="3629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OT Algorithm:</a:t>
            </a:r>
            <a:r>
              <a:rPr lang="en-US" sz="1200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Google Docs-style transforms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0443" y="360443"/>
            <a:ext cx="72089" cy="432532"/>
          </a:xfrm>
          <a:custGeom>
            <a:avLst/>
            <a:gdLst/>
            <a:ahLst/>
            <a:cxnLst/>
            <a:rect l="l" t="t" r="r" b="b"/>
            <a:pathLst>
              <a:path w="72089" h="432532">
                <a:moveTo>
                  <a:pt x="0" y="0"/>
                </a:moveTo>
                <a:lnTo>
                  <a:pt x="72089" y="0"/>
                </a:lnTo>
                <a:lnTo>
                  <a:pt x="72089" y="432532"/>
                </a:lnTo>
                <a:lnTo>
                  <a:pt x="0" y="432532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" name="Text 1"/>
          <p:cNvSpPr/>
          <p:nvPr/>
        </p:nvSpPr>
        <p:spPr>
          <a:xfrm>
            <a:off x="576710" y="396488"/>
            <a:ext cx="6181605" cy="3604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554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Module 8-11: Advanced Features &amp; Quality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76710" y="865064"/>
            <a:ext cx="11335947" cy="252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77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Conflict Handling, Code Execution, Logging, and Non-Functional Requirements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4048" y="1265157"/>
            <a:ext cx="5657160" cy="2737568"/>
          </a:xfrm>
          <a:custGeom>
            <a:avLst/>
            <a:gdLst/>
            <a:ahLst/>
            <a:cxnLst/>
            <a:rect l="l" t="t" r="r" b="b"/>
            <a:pathLst>
              <a:path w="5657160" h="2737568">
                <a:moveTo>
                  <a:pt x="72080" y="0"/>
                </a:moveTo>
                <a:lnTo>
                  <a:pt x="5585080" y="0"/>
                </a:lnTo>
                <a:cubicBezTo>
                  <a:pt x="5624889" y="0"/>
                  <a:pt x="5657160" y="32271"/>
                  <a:pt x="5657160" y="72080"/>
                </a:cubicBezTo>
                <a:lnTo>
                  <a:pt x="5657160" y="2665488"/>
                </a:lnTo>
                <a:cubicBezTo>
                  <a:pt x="5657160" y="2705297"/>
                  <a:pt x="5624889" y="2737568"/>
                  <a:pt x="5585080" y="2737568"/>
                </a:cubicBezTo>
                <a:lnTo>
                  <a:pt x="72080" y="2737568"/>
                </a:lnTo>
                <a:cubicBezTo>
                  <a:pt x="32271" y="2737568"/>
                  <a:pt x="0" y="2705297"/>
                  <a:pt x="0" y="2665488"/>
                </a:cubicBezTo>
                <a:lnTo>
                  <a:pt x="0" y="72080"/>
                </a:lnTo>
                <a:cubicBezTo>
                  <a:pt x="0" y="32298"/>
                  <a:pt x="32298" y="0"/>
                  <a:pt x="72080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1830" y="1448867"/>
            <a:ext cx="432532" cy="432532"/>
          </a:xfrm>
          <a:custGeom>
            <a:avLst/>
            <a:gdLst/>
            <a:ahLst/>
            <a:cxnLst/>
            <a:rect l="l" t="t" r="r" b="b"/>
            <a:pathLst>
              <a:path w="432532" h="432532">
                <a:moveTo>
                  <a:pt x="216266" y="0"/>
                </a:moveTo>
                <a:lnTo>
                  <a:pt x="216266" y="0"/>
                </a:lnTo>
                <a:cubicBezTo>
                  <a:pt x="335627" y="0"/>
                  <a:pt x="432532" y="96906"/>
                  <a:pt x="432532" y="216266"/>
                </a:cubicBezTo>
                <a:lnTo>
                  <a:pt x="432532" y="216266"/>
                </a:lnTo>
                <a:cubicBezTo>
                  <a:pt x="432532" y="335627"/>
                  <a:pt x="335627" y="432532"/>
                  <a:pt x="216266" y="432532"/>
                </a:cubicBezTo>
                <a:lnTo>
                  <a:pt x="216266" y="432532"/>
                </a:lnTo>
                <a:cubicBezTo>
                  <a:pt x="96906" y="432532"/>
                  <a:pt x="0" y="335627"/>
                  <a:pt x="0" y="216266"/>
                </a:cubicBezTo>
                <a:lnTo>
                  <a:pt x="0" y="216266"/>
                </a:lnTo>
                <a:cubicBezTo>
                  <a:pt x="0" y="96906"/>
                  <a:pt x="96906" y="0"/>
                  <a:pt x="216266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7" name="Text 5"/>
          <p:cNvSpPr/>
          <p:nvPr/>
        </p:nvSpPr>
        <p:spPr>
          <a:xfrm>
            <a:off x="466774" y="1448867"/>
            <a:ext cx="522643" cy="43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19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2495" y="1412937"/>
            <a:ext cx="3856745" cy="28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03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Conflict Handling Module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52495" y="1701177"/>
            <a:ext cx="3820701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Concurrent edit resolution using Operational Transformation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5896" y="2061620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1" name="Text 9"/>
          <p:cNvSpPr/>
          <p:nvPr/>
        </p:nvSpPr>
        <p:spPr>
          <a:xfrm>
            <a:off x="764140" y="2025576"/>
            <a:ext cx="4631698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Operational Transformation (OT):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Algorithm to resolve simultaneous edits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5896" y="2349975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3" name="Text 11"/>
          <p:cNvSpPr/>
          <p:nvPr/>
        </p:nvSpPr>
        <p:spPr>
          <a:xfrm>
            <a:off x="764140" y="2313931"/>
            <a:ext cx="4514554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Intent Preservation: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Maintains user intent when transforming operations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65896" y="2638330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5" name="Text 13"/>
          <p:cNvSpPr/>
          <p:nvPr/>
        </p:nvSpPr>
        <p:spPr>
          <a:xfrm>
            <a:off x="764140" y="2602286"/>
            <a:ext cx="4199166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Convergence Guarantee: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All clients reach identical document state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5896" y="2926685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7" name="Text 15"/>
          <p:cNvSpPr/>
          <p:nvPr/>
        </p:nvSpPr>
        <p:spPr>
          <a:xfrm>
            <a:off x="764140" y="2890640"/>
            <a:ext cx="3928834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Authority: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Central server resolves conflicts consistently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5896" y="3215039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9" name="Text 17"/>
          <p:cNvSpPr/>
          <p:nvPr/>
        </p:nvSpPr>
        <p:spPr>
          <a:xfrm>
            <a:off x="764140" y="3178995"/>
            <a:ext cx="4487521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Edge Case Handling: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Insert-insert, insert-delete, delete-delete conflicts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11830" y="3522997"/>
            <a:ext cx="5361596" cy="7209"/>
          </a:xfrm>
          <a:custGeom>
            <a:avLst/>
            <a:gdLst/>
            <a:ahLst/>
            <a:cxnLst/>
            <a:rect l="l" t="t" r="r" b="b"/>
            <a:pathLst>
              <a:path w="5361596" h="7209">
                <a:moveTo>
                  <a:pt x="0" y="0"/>
                </a:moveTo>
                <a:lnTo>
                  <a:pt x="5361596" y="0"/>
                </a:lnTo>
                <a:lnTo>
                  <a:pt x="5361596" y="7209"/>
                </a:lnTo>
                <a:lnTo>
                  <a:pt x="0" y="7209"/>
                </a:lnTo>
                <a:lnTo>
                  <a:pt x="0" y="0"/>
                </a:lnTo>
                <a:close/>
              </a:path>
            </a:pathLst>
          </a:custGeom>
          <a:solidFill>
            <a:srgbClr val="4DB6AC">
              <a:alpha val="30196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38863" y="3670777"/>
            <a:ext cx="126155" cy="144177"/>
          </a:xfrm>
          <a:custGeom>
            <a:avLst/>
            <a:gdLst/>
            <a:ahLst/>
            <a:cxnLst/>
            <a:rect l="l" t="t" r="r" b="b"/>
            <a:pathLst>
              <a:path w="126155" h="144177">
                <a:moveTo>
                  <a:pt x="22528" y="29286"/>
                </a:moveTo>
                <a:cubicBezTo>
                  <a:pt x="26258" y="29286"/>
                  <a:pt x="29286" y="26258"/>
                  <a:pt x="29286" y="22528"/>
                </a:cubicBezTo>
                <a:cubicBezTo>
                  <a:pt x="29286" y="18798"/>
                  <a:pt x="26258" y="15769"/>
                  <a:pt x="22528" y="15769"/>
                </a:cubicBezTo>
                <a:cubicBezTo>
                  <a:pt x="18798" y="15769"/>
                  <a:pt x="15769" y="18798"/>
                  <a:pt x="15769" y="22528"/>
                </a:cubicBezTo>
                <a:cubicBezTo>
                  <a:pt x="15769" y="26258"/>
                  <a:pt x="18798" y="29286"/>
                  <a:pt x="22528" y="29286"/>
                </a:cubicBezTo>
                <a:close/>
                <a:moveTo>
                  <a:pt x="45055" y="22528"/>
                </a:moveTo>
                <a:cubicBezTo>
                  <a:pt x="45055" y="31764"/>
                  <a:pt x="39508" y="39705"/>
                  <a:pt x="31539" y="43169"/>
                </a:cubicBezTo>
                <a:lnTo>
                  <a:pt x="31539" y="63078"/>
                </a:lnTo>
                <a:lnTo>
                  <a:pt x="81100" y="63078"/>
                </a:lnTo>
                <a:cubicBezTo>
                  <a:pt x="88562" y="63078"/>
                  <a:pt x="94616" y="57023"/>
                  <a:pt x="94616" y="49561"/>
                </a:cubicBezTo>
                <a:lnTo>
                  <a:pt x="94616" y="43169"/>
                </a:lnTo>
                <a:cubicBezTo>
                  <a:pt x="86647" y="39705"/>
                  <a:pt x="81100" y="31764"/>
                  <a:pt x="81100" y="22528"/>
                </a:cubicBezTo>
                <a:cubicBezTo>
                  <a:pt x="81100" y="10081"/>
                  <a:pt x="91181" y="0"/>
                  <a:pt x="103627" y="0"/>
                </a:cubicBezTo>
                <a:cubicBezTo>
                  <a:pt x="116074" y="0"/>
                  <a:pt x="126155" y="10081"/>
                  <a:pt x="126155" y="22528"/>
                </a:cubicBezTo>
                <a:cubicBezTo>
                  <a:pt x="126155" y="31764"/>
                  <a:pt x="120608" y="39705"/>
                  <a:pt x="112639" y="43169"/>
                </a:cubicBezTo>
                <a:lnTo>
                  <a:pt x="112639" y="49561"/>
                </a:lnTo>
                <a:cubicBezTo>
                  <a:pt x="112639" y="66992"/>
                  <a:pt x="98531" y="81100"/>
                  <a:pt x="81100" y="81100"/>
                </a:cubicBezTo>
                <a:lnTo>
                  <a:pt x="31539" y="81100"/>
                </a:lnTo>
                <a:lnTo>
                  <a:pt x="31539" y="101009"/>
                </a:lnTo>
                <a:cubicBezTo>
                  <a:pt x="39508" y="104472"/>
                  <a:pt x="45055" y="112413"/>
                  <a:pt x="45055" y="121650"/>
                </a:cubicBezTo>
                <a:cubicBezTo>
                  <a:pt x="45055" y="134096"/>
                  <a:pt x="34974" y="144177"/>
                  <a:pt x="22528" y="144177"/>
                </a:cubicBezTo>
                <a:cubicBezTo>
                  <a:pt x="10081" y="144177"/>
                  <a:pt x="0" y="134096"/>
                  <a:pt x="0" y="121650"/>
                </a:cubicBezTo>
                <a:cubicBezTo>
                  <a:pt x="0" y="112413"/>
                  <a:pt x="5547" y="104472"/>
                  <a:pt x="13517" y="101009"/>
                </a:cubicBezTo>
                <a:lnTo>
                  <a:pt x="13517" y="43197"/>
                </a:lnTo>
                <a:cubicBezTo>
                  <a:pt x="5547" y="39705"/>
                  <a:pt x="0" y="31764"/>
                  <a:pt x="0" y="22528"/>
                </a:cubicBezTo>
                <a:cubicBezTo>
                  <a:pt x="0" y="10081"/>
                  <a:pt x="10081" y="0"/>
                  <a:pt x="22528" y="0"/>
                </a:cubicBezTo>
                <a:cubicBezTo>
                  <a:pt x="34974" y="0"/>
                  <a:pt x="45055" y="10081"/>
                  <a:pt x="45055" y="22528"/>
                </a:cubicBezTo>
                <a:close/>
                <a:moveTo>
                  <a:pt x="110386" y="22528"/>
                </a:moveTo>
                <a:cubicBezTo>
                  <a:pt x="110386" y="18798"/>
                  <a:pt x="107358" y="15769"/>
                  <a:pt x="103627" y="15769"/>
                </a:cubicBezTo>
                <a:cubicBezTo>
                  <a:pt x="99897" y="15769"/>
                  <a:pt x="96869" y="18798"/>
                  <a:pt x="96869" y="22528"/>
                </a:cubicBezTo>
                <a:cubicBezTo>
                  <a:pt x="96869" y="26258"/>
                  <a:pt x="99897" y="29286"/>
                  <a:pt x="103627" y="29286"/>
                </a:cubicBezTo>
                <a:cubicBezTo>
                  <a:pt x="107358" y="29286"/>
                  <a:pt x="110386" y="26258"/>
                  <a:pt x="110386" y="22528"/>
                </a:cubicBezTo>
                <a:close/>
                <a:moveTo>
                  <a:pt x="22528" y="128408"/>
                </a:moveTo>
                <a:cubicBezTo>
                  <a:pt x="26258" y="128408"/>
                  <a:pt x="29286" y="125380"/>
                  <a:pt x="29286" y="121650"/>
                </a:cubicBezTo>
                <a:cubicBezTo>
                  <a:pt x="29286" y="117920"/>
                  <a:pt x="26258" y="114891"/>
                  <a:pt x="22528" y="114891"/>
                </a:cubicBezTo>
                <a:cubicBezTo>
                  <a:pt x="18798" y="114891"/>
                  <a:pt x="15769" y="117920"/>
                  <a:pt x="15769" y="121650"/>
                </a:cubicBezTo>
                <a:cubicBezTo>
                  <a:pt x="15769" y="125380"/>
                  <a:pt x="18798" y="128408"/>
                  <a:pt x="22528" y="128408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2" name="Text 20"/>
          <p:cNvSpPr/>
          <p:nvPr/>
        </p:nvSpPr>
        <p:spPr>
          <a:xfrm>
            <a:off x="764140" y="3634733"/>
            <a:ext cx="2757392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Prevents data loss and ensures consistency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71130" y="1265157"/>
            <a:ext cx="5657160" cy="2737568"/>
          </a:xfrm>
          <a:custGeom>
            <a:avLst/>
            <a:gdLst/>
            <a:ahLst/>
            <a:cxnLst/>
            <a:rect l="l" t="t" r="r" b="b"/>
            <a:pathLst>
              <a:path w="5657160" h="2737568">
                <a:moveTo>
                  <a:pt x="72080" y="0"/>
                </a:moveTo>
                <a:lnTo>
                  <a:pt x="5585080" y="0"/>
                </a:lnTo>
                <a:cubicBezTo>
                  <a:pt x="5624889" y="0"/>
                  <a:pt x="5657160" y="32271"/>
                  <a:pt x="5657160" y="72080"/>
                </a:cubicBezTo>
                <a:lnTo>
                  <a:pt x="5657160" y="2665488"/>
                </a:lnTo>
                <a:cubicBezTo>
                  <a:pt x="5657160" y="2705297"/>
                  <a:pt x="5624889" y="2737568"/>
                  <a:pt x="5585080" y="2737568"/>
                </a:cubicBezTo>
                <a:lnTo>
                  <a:pt x="72080" y="2737568"/>
                </a:lnTo>
                <a:cubicBezTo>
                  <a:pt x="32271" y="2737568"/>
                  <a:pt x="0" y="2705297"/>
                  <a:pt x="0" y="2665488"/>
                </a:cubicBezTo>
                <a:lnTo>
                  <a:pt x="0" y="72080"/>
                </a:lnTo>
                <a:cubicBezTo>
                  <a:pt x="0" y="32298"/>
                  <a:pt x="32298" y="0"/>
                  <a:pt x="72080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A0AAB3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18912" y="1448867"/>
            <a:ext cx="432532" cy="432532"/>
          </a:xfrm>
          <a:custGeom>
            <a:avLst/>
            <a:gdLst/>
            <a:ahLst/>
            <a:cxnLst/>
            <a:rect l="l" t="t" r="r" b="b"/>
            <a:pathLst>
              <a:path w="432532" h="432532">
                <a:moveTo>
                  <a:pt x="216266" y="0"/>
                </a:moveTo>
                <a:lnTo>
                  <a:pt x="216266" y="0"/>
                </a:lnTo>
                <a:cubicBezTo>
                  <a:pt x="335627" y="0"/>
                  <a:pt x="432532" y="96906"/>
                  <a:pt x="432532" y="216266"/>
                </a:cubicBezTo>
                <a:lnTo>
                  <a:pt x="432532" y="216266"/>
                </a:lnTo>
                <a:cubicBezTo>
                  <a:pt x="432532" y="335627"/>
                  <a:pt x="335627" y="432532"/>
                  <a:pt x="216266" y="432532"/>
                </a:cubicBezTo>
                <a:lnTo>
                  <a:pt x="216266" y="432532"/>
                </a:lnTo>
                <a:cubicBezTo>
                  <a:pt x="96906" y="432532"/>
                  <a:pt x="0" y="335627"/>
                  <a:pt x="0" y="216266"/>
                </a:cubicBezTo>
                <a:lnTo>
                  <a:pt x="0" y="216266"/>
                </a:lnTo>
                <a:cubicBezTo>
                  <a:pt x="0" y="96906"/>
                  <a:pt x="96906" y="0"/>
                  <a:pt x="216266" y="0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5" name="Text 23"/>
          <p:cNvSpPr/>
          <p:nvPr/>
        </p:nvSpPr>
        <p:spPr>
          <a:xfrm>
            <a:off x="6273856" y="1448867"/>
            <a:ext cx="522643" cy="43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19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9577" y="1412937"/>
            <a:ext cx="3766634" cy="28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03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Code Execution Module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59577" y="1701177"/>
            <a:ext cx="3730590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Safe compilation and execution in sandboxed environment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72978" y="2115814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3" name="Text 31"/>
          <p:cNvSpPr/>
          <p:nvPr/>
        </p:nvSpPr>
        <p:spPr>
          <a:xfrm>
            <a:off x="6571222" y="2070442"/>
            <a:ext cx="4217188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Resource Limits: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CPU, memory, and time constraints per execution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372978" y="2394839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5" name="Text 33"/>
          <p:cNvSpPr/>
          <p:nvPr/>
        </p:nvSpPr>
        <p:spPr>
          <a:xfrm>
            <a:off x="6571222" y="2349464"/>
            <a:ext cx="3487290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Output Capture: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Redirect stdout/stderr with formatting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72978" y="2683196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7" name="Text 35"/>
          <p:cNvSpPr/>
          <p:nvPr/>
        </p:nvSpPr>
        <p:spPr>
          <a:xfrm>
            <a:off x="6571222" y="2637819"/>
            <a:ext cx="3901800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Security Restrictions: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 and file system access blocked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18912" y="3522997"/>
            <a:ext cx="5361596" cy="7209"/>
          </a:xfrm>
          <a:custGeom>
            <a:avLst/>
            <a:gdLst/>
            <a:ahLst/>
            <a:cxnLst/>
            <a:rect l="l" t="t" r="r" b="b"/>
            <a:pathLst>
              <a:path w="5361596" h="7209">
                <a:moveTo>
                  <a:pt x="0" y="0"/>
                </a:moveTo>
                <a:lnTo>
                  <a:pt x="5361596" y="0"/>
                </a:lnTo>
                <a:lnTo>
                  <a:pt x="5361596" y="7209"/>
                </a:lnTo>
                <a:lnTo>
                  <a:pt x="0" y="7209"/>
                </a:lnTo>
                <a:lnTo>
                  <a:pt x="0" y="0"/>
                </a:lnTo>
                <a:close/>
              </a:path>
            </a:pathLst>
          </a:custGeom>
          <a:solidFill>
            <a:srgbClr val="A0AAB3">
              <a:alpha val="30196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336934" y="3670777"/>
            <a:ext cx="144177" cy="144177"/>
          </a:xfrm>
          <a:custGeom>
            <a:avLst/>
            <a:gdLst/>
            <a:ahLst/>
            <a:cxnLst/>
            <a:rect l="l" t="t" r="r" b="b"/>
            <a:pathLst>
              <a:path w="144177" h="144177">
                <a:moveTo>
                  <a:pt x="71357" y="817"/>
                </a:moveTo>
                <a:cubicBezTo>
                  <a:pt x="70174" y="282"/>
                  <a:pt x="68907" y="0"/>
                  <a:pt x="67583" y="0"/>
                </a:cubicBezTo>
                <a:cubicBezTo>
                  <a:pt x="66260" y="0"/>
                  <a:pt x="64992" y="282"/>
                  <a:pt x="63810" y="817"/>
                </a:cubicBezTo>
                <a:lnTo>
                  <a:pt x="10785" y="23316"/>
                </a:lnTo>
                <a:cubicBezTo>
                  <a:pt x="4590" y="25935"/>
                  <a:pt x="-28" y="32046"/>
                  <a:pt x="0" y="39424"/>
                </a:cubicBezTo>
                <a:cubicBezTo>
                  <a:pt x="141" y="67358"/>
                  <a:pt x="11630" y="118468"/>
                  <a:pt x="60149" y="141699"/>
                </a:cubicBezTo>
                <a:cubicBezTo>
                  <a:pt x="64852" y="143952"/>
                  <a:pt x="70315" y="143952"/>
                  <a:pt x="75017" y="141699"/>
                </a:cubicBezTo>
                <a:cubicBezTo>
                  <a:pt x="123565" y="118468"/>
                  <a:pt x="135054" y="67358"/>
                  <a:pt x="135166" y="39424"/>
                </a:cubicBezTo>
                <a:cubicBezTo>
                  <a:pt x="135194" y="32046"/>
                  <a:pt x="130576" y="25935"/>
                  <a:pt x="124381" y="23316"/>
                </a:cubicBezTo>
                <a:lnTo>
                  <a:pt x="71357" y="817"/>
                </a:lnTo>
                <a:close/>
                <a:moveTo>
                  <a:pt x="67583" y="36044"/>
                </a:moveTo>
                <a:cubicBezTo>
                  <a:pt x="71328" y="36044"/>
                  <a:pt x="74341" y="39057"/>
                  <a:pt x="74341" y="42803"/>
                </a:cubicBezTo>
                <a:cubicBezTo>
                  <a:pt x="74341" y="49251"/>
                  <a:pt x="82142" y="52490"/>
                  <a:pt x="86704" y="47928"/>
                </a:cubicBezTo>
                <a:cubicBezTo>
                  <a:pt x="89351" y="45281"/>
                  <a:pt x="93631" y="45281"/>
                  <a:pt x="96250" y="47928"/>
                </a:cubicBezTo>
                <a:cubicBezTo>
                  <a:pt x="98869" y="50575"/>
                  <a:pt x="98897" y="54855"/>
                  <a:pt x="96250" y="57474"/>
                </a:cubicBezTo>
                <a:cubicBezTo>
                  <a:pt x="91688" y="62036"/>
                  <a:pt x="94926" y="69836"/>
                  <a:pt x="101375" y="69836"/>
                </a:cubicBezTo>
                <a:cubicBezTo>
                  <a:pt x="105120" y="69836"/>
                  <a:pt x="108133" y="72849"/>
                  <a:pt x="108133" y="76594"/>
                </a:cubicBezTo>
                <a:cubicBezTo>
                  <a:pt x="108133" y="80339"/>
                  <a:pt x="105120" y="83353"/>
                  <a:pt x="101375" y="83353"/>
                </a:cubicBezTo>
                <a:cubicBezTo>
                  <a:pt x="94926" y="83353"/>
                  <a:pt x="91688" y="91153"/>
                  <a:pt x="96250" y="95715"/>
                </a:cubicBezTo>
                <a:cubicBezTo>
                  <a:pt x="98897" y="98362"/>
                  <a:pt x="98897" y="102642"/>
                  <a:pt x="96250" y="105261"/>
                </a:cubicBezTo>
                <a:cubicBezTo>
                  <a:pt x="93603" y="107880"/>
                  <a:pt x="89322" y="107908"/>
                  <a:pt x="86704" y="105261"/>
                </a:cubicBezTo>
                <a:cubicBezTo>
                  <a:pt x="82142" y="100699"/>
                  <a:pt x="74341" y="103937"/>
                  <a:pt x="74341" y="110386"/>
                </a:cubicBezTo>
                <a:cubicBezTo>
                  <a:pt x="74341" y="114131"/>
                  <a:pt x="71328" y="117144"/>
                  <a:pt x="67583" y="117144"/>
                </a:cubicBezTo>
                <a:cubicBezTo>
                  <a:pt x="63838" y="117144"/>
                  <a:pt x="60825" y="114131"/>
                  <a:pt x="60825" y="110386"/>
                </a:cubicBezTo>
                <a:cubicBezTo>
                  <a:pt x="60825" y="103937"/>
                  <a:pt x="53025" y="100699"/>
                  <a:pt x="48463" y="105261"/>
                </a:cubicBezTo>
                <a:cubicBezTo>
                  <a:pt x="45816" y="107908"/>
                  <a:pt x="41535" y="107908"/>
                  <a:pt x="38917" y="105261"/>
                </a:cubicBezTo>
                <a:cubicBezTo>
                  <a:pt x="36298" y="102614"/>
                  <a:pt x="36270" y="98333"/>
                  <a:pt x="38917" y="95715"/>
                </a:cubicBezTo>
                <a:cubicBezTo>
                  <a:pt x="43478" y="91153"/>
                  <a:pt x="40240" y="83353"/>
                  <a:pt x="33792" y="83353"/>
                </a:cubicBezTo>
                <a:cubicBezTo>
                  <a:pt x="30046" y="83353"/>
                  <a:pt x="27033" y="80339"/>
                  <a:pt x="27033" y="76594"/>
                </a:cubicBezTo>
                <a:cubicBezTo>
                  <a:pt x="27033" y="72849"/>
                  <a:pt x="30046" y="69836"/>
                  <a:pt x="33792" y="69836"/>
                </a:cubicBezTo>
                <a:cubicBezTo>
                  <a:pt x="40240" y="69836"/>
                  <a:pt x="43478" y="62036"/>
                  <a:pt x="38917" y="57474"/>
                </a:cubicBezTo>
                <a:cubicBezTo>
                  <a:pt x="36270" y="54827"/>
                  <a:pt x="36270" y="50547"/>
                  <a:pt x="38917" y="47928"/>
                </a:cubicBezTo>
                <a:cubicBezTo>
                  <a:pt x="41564" y="45309"/>
                  <a:pt x="45844" y="45281"/>
                  <a:pt x="48463" y="47928"/>
                </a:cubicBezTo>
                <a:cubicBezTo>
                  <a:pt x="53025" y="52490"/>
                  <a:pt x="60825" y="49251"/>
                  <a:pt x="60825" y="42803"/>
                </a:cubicBezTo>
                <a:cubicBezTo>
                  <a:pt x="60825" y="39057"/>
                  <a:pt x="63838" y="36044"/>
                  <a:pt x="67583" y="36044"/>
                </a:cubicBezTo>
                <a:close/>
                <a:moveTo>
                  <a:pt x="58572" y="74341"/>
                </a:moveTo>
                <a:cubicBezTo>
                  <a:pt x="62302" y="74341"/>
                  <a:pt x="65330" y="71313"/>
                  <a:pt x="65330" y="67583"/>
                </a:cubicBezTo>
                <a:cubicBezTo>
                  <a:pt x="65330" y="63853"/>
                  <a:pt x="62302" y="60825"/>
                  <a:pt x="58572" y="60825"/>
                </a:cubicBezTo>
                <a:cubicBezTo>
                  <a:pt x="54842" y="60825"/>
                  <a:pt x="51814" y="63853"/>
                  <a:pt x="51814" y="67583"/>
                </a:cubicBezTo>
                <a:cubicBezTo>
                  <a:pt x="51814" y="71313"/>
                  <a:pt x="54842" y="74341"/>
                  <a:pt x="58572" y="74341"/>
                </a:cubicBezTo>
                <a:close/>
                <a:moveTo>
                  <a:pt x="83353" y="85605"/>
                </a:moveTo>
                <a:cubicBezTo>
                  <a:pt x="83353" y="81875"/>
                  <a:pt x="80324" y="78847"/>
                  <a:pt x="76594" y="78847"/>
                </a:cubicBezTo>
                <a:cubicBezTo>
                  <a:pt x="72864" y="78847"/>
                  <a:pt x="69836" y="81875"/>
                  <a:pt x="69836" y="85605"/>
                </a:cubicBezTo>
                <a:cubicBezTo>
                  <a:pt x="69836" y="89335"/>
                  <a:pt x="72864" y="92364"/>
                  <a:pt x="76594" y="92364"/>
                </a:cubicBezTo>
                <a:cubicBezTo>
                  <a:pt x="80324" y="92364"/>
                  <a:pt x="83353" y="89335"/>
                  <a:pt x="83353" y="85605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40" name="Text 38"/>
          <p:cNvSpPr/>
          <p:nvPr/>
        </p:nvSpPr>
        <p:spPr>
          <a:xfrm>
            <a:off x="6571222" y="3634733"/>
            <a:ext cx="2225738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6C757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Prevents malicious code execution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64048" y="4150169"/>
            <a:ext cx="5657160" cy="2737568"/>
          </a:xfrm>
          <a:custGeom>
            <a:avLst/>
            <a:gdLst/>
            <a:ahLst/>
            <a:cxnLst/>
            <a:rect l="l" t="t" r="r" b="b"/>
            <a:pathLst>
              <a:path w="5657160" h="2737568">
                <a:moveTo>
                  <a:pt x="72080" y="0"/>
                </a:moveTo>
                <a:lnTo>
                  <a:pt x="5585080" y="0"/>
                </a:lnTo>
                <a:cubicBezTo>
                  <a:pt x="5624889" y="0"/>
                  <a:pt x="5657160" y="32271"/>
                  <a:pt x="5657160" y="72080"/>
                </a:cubicBezTo>
                <a:lnTo>
                  <a:pt x="5657160" y="2665488"/>
                </a:lnTo>
                <a:cubicBezTo>
                  <a:pt x="5657160" y="2705297"/>
                  <a:pt x="5624889" y="2737568"/>
                  <a:pt x="5585080" y="2737568"/>
                </a:cubicBezTo>
                <a:lnTo>
                  <a:pt x="72080" y="2737568"/>
                </a:lnTo>
                <a:cubicBezTo>
                  <a:pt x="32271" y="2737568"/>
                  <a:pt x="0" y="2705297"/>
                  <a:pt x="0" y="2665488"/>
                </a:cubicBezTo>
                <a:lnTo>
                  <a:pt x="0" y="72080"/>
                </a:lnTo>
                <a:cubicBezTo>
                  <a:pt x="0" y="32298"/>
                  <a:pt x="32298" y="0"/>
                  <a:pt x="72080" y="0"/>
                </a:cubicBezTo>
                <a:close/>
              </a:path>
            </a:pathLst>
          </a:custGeom>
          <a:solidFill>
            <a:srgbClr val="181A1B">
              <a:alpha val="50196"/>
            </a:srgbClr>
          </a:solidFill>
          <a:ln w="10160">
            <a:solidFill>
              <a:srgbClr val="4DB6AC">
                <a:alpha val="4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1830" y="4333879"/>
            <a:ext cx="432532" cy="432532"/>
          </a:xfrm>
          <a:custGeom>
            <a:avLst/>
            <a:gdLst/>
            <a:ahLst/>
            <a:cxnLst/>
            <a:rect l="l" t="t" r="r" b="b"/>
            <a:pathLst>
              <a:path w="432532" h="432532">
                <a:moveTo>
                  <a:pt x="216266" y="0"/>
                </a:moveTo>
                <a:lnTo>
                  <a:pt x="216266" y="0"/>
                </a:lnTo>
                <a:cubicBezTo>
                  <a:pt x="335627" y="0"/>
                  <a:pt x="432532" y="96906"/>
                  <a:pt x="432532" y="216266"/>
                </a:cubicBezTo>
                <a:lnTo>
                  <a:pt x="432532" y="216266"/>
                </a:lnTo>
                <a:cubicBezTo>
                  <a:pt x="432532" y="335627"/>
                  <a:pt x="335627" y="432532"/>
                  <a:pt x="216266" y="432532"/>
                </a:cubicBezTo>
                <a:lnTo>
                  <a:pt x="216266" y="432532"/>
                </a:lnTo>
                <a:cubicBezTo>
                  <a:pt x="96906" y="432532"/>
                  <a:pt x="0" y="335627"/>
                  <a:pt x="0" y="216266"/>
                </a:cubicBezTo>
                <a:lnTo>
                  <a:pt x="0" y="216266"/>
                </a:lnTo>
                <a:cubicBezTo>
                  <a:pt x="0" y="96906"/>
                  <a:pt x="96906" y="0"/>
                  <a:pt x="216266" y="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3" name="Text 41"/>
          <p:cNvSpPr/>
          <p:nvPr/>
        </p:nvSpPr>
        <p:spPr>
          <a:xfrm>
            <a:off x="466774" y="4333879"/>
            <a:ext cx="522643" cy="43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19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052495" y="4297949"/>
            <a:ext cx="3757623" cy="28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03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Activity Logging Module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052495" y="4586190"/>
            <a:ext cx="3721579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Comprehensive tracking of user actions and system events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65896" y="4946633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7" name="Text 45"/>
          <p:cNvSpPr/>
          <p:nvPr/>
        </p:nvSpPr>
        <p:spPr>
          <a:xfrm>
            <a:off x="764140" y="4910589"/>
            <a:ext cx="4163122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Action Tracking: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Log edits, file operations, and collaborations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65896" y="5234988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9" name="Text 47"/>
          <p:cNvSpPr/>
          <p:nvPr/>
        </p:nvSpPr>
        <p:spPr>
          <a:xfrm>
            <a:off x="764140" y="5198944"/>
            <a:ext cx="3361135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Audit Trail: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Maintain complete history for compliance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65896" y="5523343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1" name="Text 49"/>
          <p:cNvSpPr/>
          <p:nvPr/>
        </p:nvSpPr>
        <p:spPr>
          <a:xfrm>
            <a:off x="764140" y="5487298"/>
            <a:ext cx="3838723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Real-time Activity Feed: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Live updates of workspace activities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565896" y="5811698"/>
            <a:ext cx="72089" cy="144177"/>
          </a:xfrm>
          <a:custGeom>
            <a:avLst/>
            <a:gdLst/>
            <a:ahLst/>
            <a:cxnLst/>
            <a:rect l="l" t="t" r="r" b="b"/>
            <a:pathLst>
              <a:path w="72089" h="144177">
                <a:moveTo>
                  <a:pt x="9152" y="27033"/>
                </a:moveTo>
                <a:cubicBezTo>
                  <a:pt x="9152" y="23401"/>
                  <a:pt x="11348" y="20106"/>
                  <a:pt x="14727" y="18698"/>
                </a:cubicBezTo>
                <a:cubicBezTo>
                  <a:pt x="18107" y="17290"/>
                  <a:pt x="21965" y="18078"/>
                  <a:pt x="24527" y="20669"/>
                </a:cubicBezTo>
                <a:lnTo>
                  <a:pt x="69582" y="65725"/>
                </a:lnTo>
                <a:cubicBezTo>
                  <a:pt x="73102" y="69245"/>
                  <a:pt x="73102" y="74961"/>
                  <a:pt x="69582" y="78481"/>
                </a:cubicBezTo>
                <a:lnTo>
                  <a:pt x="24527" y="123536"/>
                </a:lnTo>
                <a:cubicBezTo>
                  <a:pt x="21936" y="126127"/>
                  <a:pt x="18078" y="126887"/>
                  <a:pt x="14699" y="125479"/>
                </a:cubicBezTo>
                <a:cubicBezTo>
                  <a:pt x="11320" y="124071"/>
                  <a:pt x="9152" y="120777"/>
                  <a:pt x="9152" y="117144"/>
                </a:cubicBezTo>
                <a:lnTo>
                  <a:pt x="9152" y="2703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3" name="Text 51"/>
          <p:cNvSpPr/>
          <p:nvPr/>
        </p:nvSpPr>
        <p:spPr>
          <a:xfrm>
            <a:off x="764140" y="5775653"/>
            <a:ext cx="3901800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b="1" dirty="0">
                <a:solidFill>
                  <a:srgbClr val="4DB6A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Change Attribution:</a:t>
            </a:r>
            <a:r>
              <a:rPr lang="en-US" sz="113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Track who made what changes and when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511830" y="6408010"/>
            <a:ext cx="5361596" cy="7209"/>
          </a:xfrm>
          <a:custGeom>
            <a:avLst/>
            <a:gdLst/>
            <a:ahLst/>
            <a:cxnLst/>
            <a:rect l="l" t="t" r="r" b="b"/>
            <a:pathLst>
              <a:path w="5361596" h="7209">
                <a:moveTo>
                  <a:pt x="0" y="0"/>
                </a:moveTo>
                <a:lnTo>
                  <a:pt x="5361596" y="0"/>
                </a:lnTo>
                <a:lnTo>
                  <a:pt x="5361596" y="7209"/>
                </a:lnTo>
                <a:lnTo>
                  <a:pt x="0" y="7209"/>
                </a:lnTo>
                <a:lnTo>
                  <a:pt x="0" y="0"/>
                </a:lnTo>
                <a:close/>
              </a:path>
            </a:pathLst>
          </a:custGeom>
          <a:solidFill>
            <a:srgbClr val="4DB6AC">
              <a:alpha val="30196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520841" y="6555790"/>
            <a:ext cx="162200" cy="144177"/>
          </a:xfrm>
          <a:custGeom>
            <a:avLst/>
            <a:gdLst/>
            <a:ahLst/>
            <a:cxnLst/>
            <a:rect l="l" t="t" r="r" b="b"/>
            <a:pathLst>
              <a:path w="162200" h="144177">
                <a:moveTo>
                  <a:pt x="81100" y="18022"/>
                </a:moveTo>
                <a:cubicBezTo>
                  <a:pt x="110949" y="18022"/>
                  <a:pt x="135166" y="42239"/>
                  <a:pt x="135166" y="72089"/>
                </a:cubicBezTo>
                <a:cubicBezTo>
                  <a:pt x="135166" y="101938"/>
                  <a:pt x="110949" y="126155"/>
                  <a:pt x="81100" y="126155"/>
                </a:cubicBezTo>
                <a:cubicBezTo>
                  <a:pt x="62740" y="126155"/>
                  <a:pt x="46492" y="117003"/>
                  <a:pt x="36720" y="102980"/>
                </a:cubicBezTo>
                <a:cubicBezTo>
                  <a:pt x="33876" y="98897"/>
                  <a:pt x="28244" y="97911"/>
                  <a:pt x="24161" y="100755"/>
                </a:cubicBezTo>
                <a:cubicBezTo>
                  <a:pt x="20078" y="103599"/>
                  <a:pt x="19092" y="109231"/>
                  <a:pt x="21936" y="113314"/>
                </a:cubicBezTo>
                <a:cubicBezTo>
                  <a:pt x="34946" y="131956"/>
                  <a:pt x="56601" y="144177"/>
                  <a:pt x="81100" y="144177"/>
                </a:cubicBezTo>
                <a:cubicBezTo>
                  <a:pt x="120918" y="144177"/>
                  <a:pt x="153188" y="111906"/>
                  <a:pt x="153188" y="72089"/>
                </a:cubicBezTo>
                <a:cubicBezTo>
                  <a:pt x="153188" y="32271"/>
                  <a:pt x="120918" y="0"/>
                  <a:pt x="81100" y="0"/>
                </a:cubicBezTo>
                <a:cubicBezTo>
                  <a:pt x="56967" y="0"/>
                  <a:pt x="35622" y="11855"/>
                  <a:pt x="22528" y="30046"/>
                </a:cubicBezTo>
                <a:lnTo>
                  <a:pt x="22528" y="22528"/>
                </a:lnTo>
                <a:cubicBezTo>
                  <a:pt x="22528" y="17543"/>
                  <a:pt x="18501" y="13517"/>
                  <a:pt x="13517" y="13517"/>
                </a:cubicBezTo>
                <a:cubicBezTo>
                  <a:pt x="8532" y="13517"/>
                  <a:pt x="4506" y="17543"/>
                  <a:pt x="4506" y="22528"/>
                </a:cubicBezTo>
                <a:lnTo>
                  <a:pt x="4506" y="54067"/>
                </a:lnTo>
                <a:cubicBezTo>
                  <a:pt x="4506" y="59051"/>
                  <a:pt x="8532" y="63078"/>
                  <a:pt x="13517" y="63078"/>
                </a:cubicBezTo>
                <a:lnTo>
                  <a:pt x="20444" y="63078"/>
                </a:lnTo>
                <a:cubicBezTo>
                  <a:pt x="20585" y="63078"/>
                  <a:pt x="20725" y="63078"/>
                  <a:pt x="20866" y="63078"/>
                </a:cubicBezTo>
                <a:lnTo>
                  <a:pt x="45084" y="63078"/>
                </a:lnTo>
                <a:cubicBezTo>
                  <a:pt x="50068" y="63078"/>
                  <a:pt x="54095" y="59051"/>
                  <a:pt x="54095" y="54067"/>
                </a:cubicBezTo>
                <a:cubicBezTo>
                  <a:pt x="54095" y="49082"/>
                  <a:pt x="50068" y="45055"/>
                  <a:pt x="45084" y="45055"/>
                </a:cubicBezTo>
                <a:lnTo>
                  <a:pt x="34298" y="45055"/>
                </a:lnTo>
                <a:cubicBezTo>
                  <a:pt x="43619" y="28892"/>
                  <a:pt x="61106" y="18022"/>
                  <a:pt x="81100" y="18022"/>
                </a:cubicBezTo>
                <a:close/>
                <a:moveTo>
                  <a:pt x="87858" y="42803"/>
                </a:moveTo>
                <a:cubicBezTo>
                  <a:pt x="87858" y="39057"/>
                  <a:pt x="84845" y="36044"/>
                  <a:pt x="81100" y="36044"/>
                </a:cubicBezTo>
                <a:cubicBezTo>
                  <a:pt x="77355" y="36044"/>
                  <a:pt x="74341" y="39057"/>
                  <a:pt x="74341" y="42803"/>
                </a:cubicBezTo>
                <a:lnTo>
                  <a:pt x="74341" y="72089"/>
                </a:lnTo>
                <a:cubicBezTo>
                  <a:pt x="74341" y="73891"/>
                  <a:pt x="75045" y="75609"/>
                  <a:pt x="76313" y="76876"/>
                </a:cubicBezTo>
                <a:lnTo>
                  <a:pt x="96588" y="97151"/>
                </a:lnTo>
                <a:cubicBezTo>
                  <a:pt x="99235" y="99798"/>
                  <a:pt x="103515" y="99798"/>
                  <a:pt x="106134" y="97151"/>
                </a:cubicBezTo>
                <a:cubicBezTo>
                  <a:pt x="108753" y="94504"/>
                  <a:pt x="108781" y="90224"/>
                  <a:pt x="106134" y="87605"/>
                </a:cubicBezTo>
                <a:lnTo>
                  <a:pt x="87830" y="69301"/>
                </a:lnTo>
                <a:lnTo>
                  <a:pt x="87830" y="428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58" name="Text 56"/>
          <p:cNvSpPr/>
          <p:nvPr/>
        </p:nvSpPr>
        <p:spPr>
          <a:xfrm>
            <a:off x="764140" y="6519745"/>
            <a:ext cx="2640248" cy="21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35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Provides transparency and accountability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273856" y="4333879"/>
            <a:ext cx="522643" cy="43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19" b="1" dirty="0">
                <a:solidFill>
                  <a:srgbClr val="181A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11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92465" y="5111925"/>
            <a:ext cx="351432" cy="509922"/>
          </a:xfrm>
          <a:custGeom>
            <a:avLst/>
            <a:gdLst/>
            <a:ahLst/>
            <a:cxnLst/>
            <a:rect l="l" t="t" r="r" b="b"/>
            <a:pathLst>
              <a:path w="126155" h="144177">
                <a:moveTo>
                  <a:pt x="69245" y="-7293"/>
                </a:moveTo>
                <a:cubicBezTo>
                  <a:pt x="65471" y="-9602"/>
                  <a:pt x="60712" y="-9602"/>
                  <a:pt x="56939" y="-7293"/>
                </a:cubicBezTo>
                <a:cubicBezTo>
                  <a:pt x="50068" y="-3098"/>
                  <a:pt x="45816" y="-1971"/>
                  <a:pt x="37762" y="-2140"/>
                </a:cubicBezTo>
                <a:cubicBezTo>
                  <a:pt x="33341" y="-2253"/>
                  <a:pt x="29230" y="141"/>
                  <a:pt x="27090" y="4027"/>
                </a:cubicBezTo>
                <a:cubicBezTo>
                  <a:pt x="23232" y="11095"/>
                  <a:pt x="20106" y="14221"/>
                  <a:pt x="13038" y="18078"/>
                </a:cubicBezTo>
                <a:cubicBezTo>
                  <a:pt x="9152" y="20190"/>
                  <a:pt x="6786" y="24330"/>
                  <a:pt x="6871" y="28751"/>
                </a:cubicBezTo>
                <a:cubicBezTo>
                  <a:pt x="7068" y="36805"/>
                  <a:pt x="5914" y="41057"/>
                  <a:pt x="1718" y="47928"/>
                </a:cubicBezTo>
                <a:cubicBezTo>
                  <a:pt x="-591" y="51701"/>
                  <a:pt x="-591" y="56460"/>
                  <a:pt x="1718" y="60233"/>
                </a:cubicBezTo>
                <a:cubicBezTo>
                  <a:pt x="5914" y="67104"/>
                  <a:pt x="7040" y="71357"/>
                  <a:pt x="6871" y="79410"/>
                </a:cubicBezTo>
                <a:cubicBezTo>
                  <a:pt x="6758" y="83831"/>
                  <a:pt x="9152" y="87943"/>
                  <a:pt x="13038" y="90083"/>
                </a:cubicBezTo>
                <a:cubicBezTo>
                  <a:pt x="19261" y="93490"/>
                  <a:pt x="22415" y="96306"/>
                  <a:pt x="25738" y="101769"/>
                </a:cubicBezTo>
                <a:lnTo>
                  <a:pt x="12024" y="129112"/>
                </a:lnTo>
                <a:cubicBezTo>
                  <a:pt x="10363" y="132463"/>
                  <a:pt x="11714" y="136518"/>
                  <a:pt x="15037" y="138179"/>
                </a:cubicBezTo>
                <a:lnTo>
                  <a:pt x="39255" y="150288"/>
                </a:lnTo>
                <a:cubicBezTo>
                  <a:pt x="42493" y="151893"/>
                  <a:pt x="46435" y="150682"/>
                  <a:pt x="48181" y="147528"/>
                </a:cubicBezTo>
                <a:lnTo>
                  <a:pt x="63049" y="120749"/>
                </a:lnTo>
                <a:lnTo>
                  <a:pt x="77918" y="147528"/>
                </a:lnTo>
                <a:cubicBezTo>
                  <a:pt x="79664" y="150682"/>
                  <a:pt x="83606" y="151921"/>
                  <a:pt x="86844" y="150288"/>
                </a:cubicBezTo>
                <a:lnTo>
                  <a:pt x="111062" y="138179"/>
                </a:lnTo>
                <a:cubicBezTo>
                  <a:pt x="114413" y="136518"/>
                  <a:pt x="115764" y="132463"/>
                  <a:pt x="114075" y="129112"/>
                </a:cubicBezTo>
                <a:lnTo>
                  <a:pt x="100389" y="101741"/>
                </a:lnTo>
                <a:cubicBezTo>
                  <a:pt x="103684" y="96278"/>
                  <a:pt x="106866" y="93462"/>
                  <a:pt x="113089" y="90055"/>
                </a:cubicBezTo>
                <a:cubicBezTo>
                  <a:pt x="116975" y="87943"/>
                  <a:pt x="119341" y="83803"/>
                  <a:pt x="119256" y="79382"/>
                </a:cubicBezTo>
                <a:cubicBezTo>
                  <a:pt x="119059" y="71328"/>
                  <a:pt x="120214" y="67076"/>
                  <a:pt x="124409" y="60205"/>
                </a:cubicBezTo>
                <a:cubicBezTo>
                  <a:pt x="126718" y="56432"/>
                  <a:pt x="126718" y="51673"/>
                  <a:pt x="124409" y="47900"/>
                </a:cubicBezTo>
                <a:cubicBezTo>
                  <a:pt x="120214" y="41029"/>
                  <a:pt x="119087" y="36776"/>
                  <a:pt x="119256" y="28723"/>
                </a:cubicBezTo>
                <a:cubicBezTo>
                  <a:pt x="119369" y="24302"/>
                  <a:pt x="116975" y="20190"/>
                  <a:pt x="113089" y="18050"/>
                </a:cubicBezTo>
                <a:cubicBezTo>
                  <a:pt x="106021" y="14192"/>
                  <a:pt x="102895" y="11067"/>
                  <a:pt x="99037" y="3999"/>
                </a:cubicBezTo>
                <a:cubicBezTo>
                  <a:pt x="96925" y="113"/>
                  <a:pt x="92786" y="-2253"/>
                  <a:pt x="88365" y="-2168"/>
                </a:cubicBezTo>
                <a:cubicBezTo>
                  <a:pt x="80311" y="-1971"/>
                  <a:pt x="76059" y="-3126"/>
                  <a:pt x="69188" y="-7322"/>
                </a:cubicBezTo>
                <a:close/>
                <a:moveTo>
                  <a:pt x="63078" y="27033"/>
                </a:moveTo>
                <a:cubicBezTo>
                  <a:pt x="77998" y="27033"/>
                  <a:pt x="90111" y="39146"/>
                  <a:pt x="90111" y="54067"/>
                </a:cubicBezTo>
                <a:cubicBezTo>
                  <a:pt x="90111" y="68987"/>
                  <a:pt x="77998" y="81100"/>
                  <a:pt x="63078" y="81100"/>
                </a:cubicBezTo>
                <a:cubicBezTo>
                  <a:pt x="48158" y="81100"/>
                  <a:pt x="36044" y="68987"/>
                  <a:pt x="36044" y="54067"/>
                </a:cubicBezTo>
                <a:cubicBezTo>
                  <a:pt x="36044" y="39146"/>
                  <a:pt x="48158" y="27033"/>
                  <a:pt x="63078" y="27033"/>
                </a:cubicBezTo>
                <a:close/>
              </a:path>
            </a:pathLst>
          </a:custGeom>
          <a:solidFill>
            <a:srgbClr val="6C757D"/>
          </a:solidFill>
          <a:ln/>
        </p:spPr>
      </p:sp>
      <p:sp>
        <p:nvSpPr>
          <p:cNvPr id="76" name="Text 74"/>
          <p:cNvSpPr/>
          <p:nvPr/>
        </p:nvSpPr>
        <p:spPr>
          <a:xfrm>
            <a:off x="6837049" y="4698349"/>
            <a:ext cx="4991241" cy="122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3200" dirty="0">
                <a:solidFill>
                  <a:srgbClr val="6C757D"/>
                </a:solidFill>
                <a:latin typeface="Quattrocento Sans" pitchFamily="34" charset="0"/>
              </a:rPr>
              <a:t>These are the 10 modules</a:t>
            </a:r>
            <a:endParaRPr lang="en-US" sz="44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63500" cy="508000"/>
          </a:xfrm>
          <a:custGeom>
            <a:avLst/>
            <a:gdLst/>
            <a:ahLst/>
            <a:cxnLst/>
            <a:rect l="l" t="t" r="r" b="b"/>
            <a:pathLst>
              <a:path w="63500" h="508000">
                <a:moveTo>
                  <a:pt x="0" y="0"/>
                </a:moveTo>
                <a:lnTo>
                  <a:pt x="63500" y="0"/>
                </a:lnTo>
                <a:lnTo>
                  <a:pt x="63500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" name="Text 1"/>
          <p:cNvSpPr/>
          <p:nvPr/>
        </p:nvSpPr>
        <p:spPr>
          <a:xfrm>
            <a:off x="508000" y="381000"/>
            <a:ext cx="57070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 Technology Concepts Used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8000" y="920750"/>
            <a:ext cx="11445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Technologies Powering the Application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3374" y="1333501"/>
            <a:ext cx="45719" cy="3089210"/>
          </a:xfrm>
          <a:custGeom>
            <a:avLst/>
            <a:gdLst/>
            <a:ahLst/>
            <a:cxnLst/>
            <a:rect l="l" t="t" r="r" b="b"/>
            <a:pathLst>
              <a:path w="31750" h="3571875">
                <a:moveTo>
                  <a:pt x="0" y="0"/>
                </a:moveTo>
                <a:lnTo>
                  <a:pt x="31750" y="0"/>
                </a:lnTo>
                <a:lnTo>
                  <a:pt x="317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6" name="Shape 4"/>
          <p:cNvSpPr/>
          <p:nvPr/>
        </p:nvSpPr>
        <p:spPr>
          <a:xfrm>
            <a:off x="551656" y="1365149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7" name="Text 5"/>
          <p:cNvSpPr/>
          <p:nvPr/>
        </p:nvSpPr>
        <p:spPr>
          <a:xfrm>
            <a:off x="777875" y="1333500"/>
            <a:ext cx="3357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HTML5 &amp; CSS3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70508" y="176202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9" name="Text 7"/>
          <p:cNvSpPr/>
          <p:nvPr/>
        </p:nvSpPr>
        <p:spPr>
          <a:xfrm>
            <a:off x="789087" y="1714399"/>
            <a:ext cx="33258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Semantic Markup: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Header, nav, main, section for accessibility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0508" y="230177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1" name="Text 9"/>
          <p:cNvSpPr/>
          <p:nvPr/>
        </p:nvSpPr>
        <p:spPr>
          <a:xfrm>
            <a:off x="788293" y="2254149"/>
            <a:ext cx="33258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Responsive Design: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Mobile-first approach with media queries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0508" y="284152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3" name="Text 11"/>
          <p:cNvSpPr/>
          <p:nvPr/>
        </p:nvSpPr>
        <p:spPr>
          <a:xfrm>
            <a:off x="784027" y="2793899"/>
            <a:ext cx="33337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CSS Grid &amp; Flexbox: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Modern layout systems for UI components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4477" y="338127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5" name="Text 13"/>
          <p:cNvSpPr/>
          <p:nvPr/>
        </p:nvSpPr>
        <p:spPr>
          <a:xfrm>
            <a:off x="794445" y="3333649"/>
            <a:ext cx="331787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CSS Variables: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Dynamic theming (dark/light mode support)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70508" y="392102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7" name="Text 15"/>
          <p:cNvSpPr/>
          <p:nvPr/>
        </p:nvSpPr>
        <p:spPr>
          <a:xfrm>
            <a:off x="784225" y="3873399"/>
            <a:ext cx="33337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Transitions/Animations: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Smooth user interactions and feedback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249142" y="1333500"/>
            <a:ext cx="31750" cy="3571875"/>
          </a:xfrm>
          <a:custGeom>
            <a:avLst/>
            <a:gdLst/>
            <a:ahLst/>
            <a:cxnLst/>
            <a:rect l="l" t="t" r="r" b="b"/>
            <a:pathLst>
              <a:path w="31750" h="3571875">
                <a:moveTo>
                  <a:pt x="0" y="0"/>
                </a:moveTo>
                <a:lnTo>
                  <a:pt x="31750" y="0"/>
                </a:lnTo>
                <a:lnTo>
                  <a:pt x="317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19" name="Shape 17"/>
          <p:cNvSpPr/>
          <p:nvPr/>
        </p:nvSpPr>
        <p:spPr>
          <a:xfrm>
            <a:off x="4491236" y="1365149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6688" y="35719"/>
                </a:move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ubicBezTo>
                  <a:pt x="10678" y="11906"/>
                  <a:pt x="0" y="22585"/>
                  <a:pt x="0" y="3571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35719"/>
                </a:lnTo>
                <a:close/>
                <a:moveTo>
                  <a:pt x="67308" y="165534"/>
                </a:moveTo>
                <a:cubicBezTo>
                  <a:pt x="54769" y="165534"/>
                  <a:pt x="47513" y="159060"/>
                  <a:pt x="43793" y="151209"/>
                </a:cubicBezTo>
                <a:lnTo>
                  <a:pt x="56555" y="143508"/>
                </a:lnTo>
                <a:cubicBezTo>
                  <a:pt x="59010" y="147861"/>
                  <a:pt x="61243" y="151544"/>
                  <a:pt x="66638" y="151544"/>
                </a:cubicBezTo>
                <a:cubicBezTo>
                  <a:pt x="71772" y="151544"/>
                  <a:pt x="75047" y="149535"/>
                  <a:pt x="75047" y="141684"/>
                </a:cubicBezTo>
                <a:lnTo>
                  <a:pt x="75047" y="88441"/>
                </a:lnTo>
                <a:lnTo>
                  <a:pt x="90711" y="88441"/>
                </a:lnTo>
                <a:lnTo>
                  <a:pt x="90711" y="141908"/>
                </a:lnTo>
                <a:cubicBezTo>
                  <a:pt x="90711" y="158130"/>
                  <a:pt x="81186" y="165534"/>
                  <a:pt x="67308" y="165534"/>
                </a:cubicBezTo>
                <a:close/>
                <a:moveTo>
                  <a:pt x="99231" y="149535"/>
                </a:moveTo>
                <a:lnTo>
                  <a:pt x="111993" y="142168"/>
                </a:lnTo>
                <a:cubicBezTo>
                  <a:pt x="115342" y="147638"/>
                  <a:pt x="119732" y="151693"/>
                  <a:pt x="127434" y="151693"/>
                </a:cubicBezTo>
                <a:cubicBezTo>
                  <a:pt x="133908" y="151693"/>
                  <a:pt x="138075" y="148456"/>
                  <a:pt x="138075" y="143954"/>
                </a:cubicBezTo>
                <a:cubicBezTo>
                  <a:pt x="138075" y="138596"/>
                  <a:pt x="133834" y="136699"/>
                  <a:pt x="126653" y="133536"/>
                </a:cubicBezTo>
                <a:lnTo>
                  <a:pt x="122746" y="131862"/>
                </a:lnTo>
                <a:cubicBezTo>
                  <a:pt x="111435" y="127062"/>
                  <a:pt x="103956" y="120997"/>
                  <a:pt x="103956" y="108235"/>
                </a:cubicBezTo>
                <a:cubicBezTo>
                  <a:pt x="103956" y="96478"/>
                  <a:pt x="112923" y="87548"/>
                  <a:pt x="126876" y="87548"/>
                </a:cubicBezTo>
                <a:cubicBezTo>
                  <a:pt x="136847" y="87548"/>
                  <a:pt x="143991" y="91008"/>
                  <a:pt x="149126" y="100087"/>
                </a:cubicBezTo>
                <a:lnTo>
                  <a:pt x="136922" y="107900"/>
                </a:lnTo>
                <a:cubicBezTo>
                  <a:pt x="134243" y="103101"/>
                  <a:pt x="131341" y="101203"/>
                  <a:pt x="126839" y="101203"/>
                </a:cubicBezTo>
                <a:cubicBezTo>
                  <a:pt x="122262" y="101203"/>
                  <a:pt x="119360" y="104105"/>
                  <a:pt x="119360" y="107900"/>
                </a:cubicBezTo>
                <a:cubicBezTo>
                  <a:pt x="119360" y="112588"/>
                  <a:pt x="122262" y="114486"/>
                  <a:pt x="128997" y="117425"/>
                </a:cubicBezTo>
                <a:lnTo>
                  <a:pt x="132904" y="119100"/>
                </a:lnTo>
                <a:cubicBezTo>
                  <a:pt x="146224" y="124792"/>
                  <a:pt x="153702" y="130634"/>
                  <a:pt x="153702" y="143731"/>
                </a:cubicBezTo>
                <a:cubicBezTo>
                  <a:pt x="153702" y="157795"/>
                  <a:pt x="142615" y="165534"/>
                  <a:pt x="127769" y="165534"/>
                </a:cubicBezTo>
                <a:cubicBezTo>
                  <a:pt x="113221" y="165534"/>
                  <a:pt x="103808" y="158614"/>
                  <a:pt x="99231" y="149535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0" name="Text 18"/>
          <p:cNvSpPr/>
          <p:nvPr/>
        </p:nvSpPr>
        <p:spPr>
          <a:xfrm>
            <a:off x="4693642" y="1333500"/>
            <a:ext cx="3357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JavaScript (ES6+)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494213" y="176202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2" name="Text 20"/>
          <p:cNvSpPr/>
          <p:nvPr/>
        </p:nvSpPr>
        <p:spPr>
          <a:xfrm>
            <a:off x="4715669" y="1714399"/>
            <a:ext cx="331787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Arrow Functions: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Concise syntax and lexical 'this' binding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494213" y="230177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4" name="Text 22"/>
          <p:cNvSpPr/>
          <p:nvPr/>
        </p:nvSpPr>
        <p:spPr>
          <a:xfrm>
            <a:off x="4714677" y="2254149"/>
            <a:ext cx="331787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Async/Await: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Asynchronous programming with promises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02150" y="284152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6" name="Text 24"/>
          <p:cNvSpPr/>
          <p:nvPr/>
        </p:nvSpPr>
        <p:spPr>
          <a:xfrm>
            <a:off x="4729361" y="2793899"/>
            <a:ext cx="2897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Modules: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Import/export for code organization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498181" y="315902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8" name="Text 26"/>
          <p:cNvSpPr/>
          <p:nvPr/>
        </p:nvSpPr>
        <p:spPr>
          <a:xfrm>
            <a:off x="4727476" y="3111399"/>
            <a:ext cx="330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Destructuring: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Extract values from arrays and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486275" y="369877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0" name="Text 28"/>
          <p:cNvSpPr/>
          <p:nvPr/>
        </p:nvSpPr>
        <p:spPr>
          <a:xfrm>
            <a:off x="4703663" y="3651149"/>
            <a:ext cx="33258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Classes &amp; Inheritance: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Object-oriented programming patterns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165008" y="1333500"/>
            <a:ext cx="31750" cy="3571875"/>
          </a:xfrm>
          <a:custGeom>
            <a:avLst/>
            <a:gdLst/>
            <a:ahLst/>
            <a:cxnLst/>
            <a:rect l="l" t="t" r="r" b="b"/>
            <a:pathLst>
              <a:path w="31750" h="3571875">
                <a:moveTo>
                  <a:pt x="0" y="0"/>
                </a:moveTo>
                <a:lnTo>
                  <a:pt x="31750" y="0"/>
                </a:lnTo>
                <a:lnTo>
                  <a:pt x="317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2" name="Shape 30"/>
          <p:cNvSpPr/>
          <p:nvPr/>
        </p:nvSpPr>
        <p:spPr>
          <a:xfrm>
            <a:off x="8395196" y="136514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56034"/>
                </a:moveTo>
                <a:lnTo>
                  <a:pt x="151284" y="91753"/>
                </a:lnTo>
                <a:cubicBezTo>
                  <a:pt x="147861" y="95176"/>
                  <a:pt x="142763" y="96180"/>
                  <a:pt x="138299" y="94320"/>
                </a:cubicBezTo>
                <a:cubicBezTo>
                  <a:pt x="133834" y="92459"/>
                  <a:pt x="130969" y="88143"/>
                  <a:pt x="130969" y="83344"/>
                </a:cubicBezTo>
                <a:lnTo>
                  <a:pt x="130969" y="59531"/>
                </a:ln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130969" y="35719"/>
                </a:lnTo>
                <a:lnTo>
                  <a:pt x="130969" y="11906"/>
                </a:lnTo>
                <a:cubicBezTo>
                  <a:pt x="130969" y="7107"/>
                  <a:pt x="133871" y="2753"/>
                  <a:pt x="138336" y="893"/>
                </a:cubicBezTo>
                <a:cubicBezTo>
                  <a:pt x="142801" y="-967"/>
                  <a:pt x="147898" y="74"/>
                  <a:pt x="151321" y="3460"/>
                </a:cubicBezTo>
                <a:lnTo>
                  <a:pt x="187040" y="39179"/>
                </a:lnTo>
                <a:cubicBezTo>
                  <a:pt x="191691" y="43830"/>
                  <a:pt x="191691" y="51383"/>
                  <a:pt x="187040" y="56034"/>
                </a:cubicBezTo>
                <a:close/>
                <a:moveTo>
                  <a:pt x="39179" y="187003"/>
                </a:moveTo>
                <a:lnTo>
                  <a:pt x="3460" y="151284"/>
                </a:lnTo>
                <a:cubicBezTo>
                  <a:pt x="-1191" y="146633"/>
                  <a:pt x="-1191" y="139080"/>
                  <a:pt x="3460" y="134429"/>
                </a:cubicBezTo>
                <a:lnTo>
                  <a:pt x="39179" y="98710"/>
                </a:lnTo>
                <a:cubicBezTo>
                  <a:pt x="42602" y="95287"/>
                  <a:pt x="47699" y="94283"/>
                  <a:pt x="52164" y="96143"/>
                </a:cubicBezTo>
                <a:cubicBezTo>
                  <a:pt x="56629" y="98003"/>
                  <a:pt x="59531" y="102357"/>
                  <a:pt x="59531" y="107156"/>
                </a:cubicBezTo>
                <a:lnTo>
                  <a:pt x="59531" y="130969"/>
                </a:lnTo>
                <a:lnTo>
                  <a:pt x="178594" y="130969"/>
                </a:lnTo>
                <a:cubicBezTo>
                  <a:pt x="185179" y="130969"/>
                  <a:pt x="190500" y="136289"/>
                  <a:pt x="190500" y="142875"/>
                </a:cubicBezTo>
                <a:cubicBezTo>
                  <a:pt x="190500" y="149461"/>
                  <a:pt x="185179" y="154781"/>
                  <a:pt x="178594" y="154781"/>
                </a:cubicBezTo>
                <a:lnTo>
                  <a:pt x="59531" y="154781"/>
                </a:lnTo>
                <a:lnTo>
                  <a:pt x="59531" y="178594"/>
                </a:lnTo>
                <a:cubicBezTo>
                  <a:pt x="59531" y="183393"/>
                  <a:pt x="56629" y="187747"/>
                  <a:pt x="52164" y="189607"/>
                </a:cubicBezTo>
                <a:cubicBezTo>
                  <a:pt x="47699" y="191467"/>
                  <a:pt x="42602" y="190426"/>
                  <a:pt x="39179" y="187040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3" name="Text 31"/>
          <p:cNvSpPr/>
          <p:nvPr/>
        </p:nvSpPr>
        <p:spPr>
          <a:xfrm>
            <a:off x="8609508" y="1333500"/>
            <a:ext cx="3357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 APIs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02141" y="176202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5" name="Text 33"/>
          <p:cNvSpPr/>
          <p:nvPr/>
        </p:nvSpPr>
        <p:spPr>
          <a:xfrm>
            <a:off x="8619629" y="1714399"/>
            <a:ext cx="33258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 Methods: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GET, POST, PUT, DELETE for CRUD operations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402141" y="230177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7" name="Text 35"/>
          <p:cNvSpPr/>
          <p:nvPr/>
        </p:nvSpPr>
        <p:spPr>
          <a:xfrm>
            <a:off x="8619629" y="2254149"/>
            <a:ext cx="33258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JSON Data Exchange: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Standard format for API communication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398172" y="284152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9" name="Text 37"/>
          <p:cNvSpPr/>
          <p:nvPr/>
        </p:nvSpPr>
        <p:spPr>
          <a:xfrm>
            <a:off x="8611195" y="2793899"/>
            <a:ext cx="33337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Status Codes: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200, 201, 400, 401, 404, 500 for response handling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418016" y="338127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1" name="Text 39"/>
          <p:cNvSpPr/>
          <p:nvPr/>
        </p:nvSpPr>
        <p:spPr>
          <a:xfrm>
            <a:off x="8645227" y="3333649"/>
            <a:ext cx="3230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Middleware: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Authentication, logging, error handling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410079" y="3698774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3" name="Text 41"/>
          <p:cNvSpPr/>
          <p:nvPr/>
        </p:nvSpPr>
        <p:spPr>
          <a:xfrm>
            <a:off x="8629352" y="3651149"/>
            <a:ext cx="331787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Input Validation: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Request body and parameter sanitization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2"/>
          <p:cNvSpPr/>
          <p:nvPr/>
        </p:nvSpPr>
        <p:spPr>
          <a:xfrm>
            <a:off x="369593" y="1655113"/>
            <a:ext cx="31750" cy="3571875"/>
          </a:xfrm>
          <a:custGeom>
            <a:avLst/>
            <a:gdLst/>
            <a:ahLst/>
            <a:cxnLst/>
            <a:rect l="l" t="t" r="r" b="b"/>
            <a:pathLst>
              <a:path w="31750" h="3571875">
                <a:moveTo>
                  <a:pt x="0" y="0"/>
                </a:moveTo>
                <a:lnTo>
                  <a:pt x="31750" y="0"/>
                </a:lnTo>
                <a:lnTo>
                  <a:pt x="317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5" name="Shape 43"/>
          <p:cNvSpPr/>
          <p:nvPr/>
        </p:nvSpPr>
        <p:spPr>
          <a:xfrm>
            <a:off x="575469" y="181357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26057" y="-3683"/>
                </a:moveTo>
                <a:cubicBezTo>
                  <a:pt x="130485" y="-484"/>
                  <a:pt x="132122" y="5321"/>
                  <a:pt x="130113" y="10381"/>
                </a:cubicBezTo>
                <a:lnTo>
                  <a:pt x="100943" y="83344"/>
                </a:lnTo>
                <a:lnTo>
                  <a:pt x="154781" y="83344"/>
                </a:lnTo>
                <a:cubicBezTo>
                  <a:pt x="159804" y="83344"/>
                  <a:pt x="164269" y="86469"/>
                  <a:pt x="165981" y="91194"/>
                </a:cubicBezTo>
                <a:cubicBezTo>
                  <a:pt x="167692" y="95920"/>
                  <a:pt x="166241" y="101203"/>
                  <a:pt x="162409" y="104403"/>
                </a:cubicBezTo>
                <a:lnTo>
                  <a:pt x="55252" y="193700"/>
                </a:lnTo>
                <a:cubicBezTo>
                  <a:pt x="51048" y="197197"/>
                  <a:pt x="45058" y="197383"/>
                  <a:pt x="40630" y="194183"/>
                </a:cubicBezTo>
                <a:cubicBezTo>
                  <a:pt x="36202" y="190984"/>
                  <a:pt x="34565" y="185179"/>
                  <a:pt x="36575" y="180119"/>
                </a:cubicBezTo>
                <a:lnTo>
                  <a:pt x="65745" y="107156"/>
                </a:lnTo>
                <a:lnTo>
                  <a:pt x="11906" y="107156"/>
                </a:lnTo>
                <a:cubicBezTo>
                  <a:pt x="6883" y="107156"/>
                  <a:pt x="2418" y="104031"/>
                  <a:pt x="707" y="99306"/>
                </a:cubicBezTo>
                <a:cubicBezTo>
                  <a:pt x="-1005" y="94580"/>
                  <a:pt x="446" y="89297"/>
                  <a:pt x="4279" y="86097"/>
                </a:cubicBezTo>
                <a:lnTo>
                  <a:pt x="111435" y="-3200"/>
                </a:lnTo>
                <a:cubicBezTo>
                  <a:pt x="115639" y="-6697"/>
                  <a:pt x="121630" y="-6883"/>
                  <a:pt x="126057" y="-3683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7" name="Shape 45"/>
          <p:cNvSpPr/>
          <p:nvPr/>
        </p:nvSpPr>
        <p:spPr>
          <a:xfrm>
            <a:off x="566539" y="2414717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9" name="Shape 47"/>
          <p:cNvSpPr/>
          <p:nvPr/>
        </p:nvSpPr>
        <p:spPr>
          <a:xfrm>
            <a:off x="574477" y="2905829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" name="Shape 47">
            <a:extLst>
              <a:ext uri="{FF2B5EF4-FFF2-40B4-BE49-F238E27FC236}">
                <a16:creationId xmlns:a16="http://schemas.microsoft.com/office/drawing/2014/main" id="{DCA19612-B263-ACAD-9200-DA55D469DC98}"/>
              </a:ext>
            </a:extLst>
          </p:cNvPr>
          <p:cNvSpPr/>
          <p:nvPr/>
        </p:nvSpPr>
        <p:spPr>
          <a:xfrm>
            <a:off x="574477" y="3353305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" name="Shape 47">
            <a:extLst>
              <a:ext uri="{FF2B5EF4-FFF2-40B4-BE49-F238E27FC236}">
                <a16:creationId xmlns:a16="http://schemas.microsoft.com/office/drawing/2014/main" id="{E6E3FB7C-3E08-A404-835C-0477F345F2F3}"/>
              </a:ext>
            </a:extLst>
          </p:cNvPr>
          <p:cNvSpPr/>
          <p:nvPr/>
        </p:nvSpPr>
        <p:spPr>
          <a:xfrm>
            <a:off x="571235" y="3855902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" name="Shape 47">
            <a:extLst>
              <a:ext uri="{FF2B5EF4-FFF2-40B4-BE49-F238E27FC236}">
                <a16:creationId xmlns:a16="http://schemas.microsoft.com/office/drawing/2014/main" id="{B1A00E9E-9764-0026-4D07-A0AEF8E9A1C7}"/>
              </a:ext>
            </a:extLst>
          </p:cNvPr>
          <p:cNvSpPr/>
          <p:nvPr/>
        </p:nvSpPr>
        <p:spPr>
          <a:xfrm>
            <a:off x="577721" y="4368227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6" name="Text 44"/>
          <p:cNvSpPr/>
          <p:nvPr/>
        </p:nvSpPr>
        <p:spPr>
          <a:xfrm>
            <a:off x="777875" y="1801368"/>
            <a:ext cx="3357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WebSockets (Socket.IO)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778272" y="2337907"/>
            <a:ext cx="33337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Bidirectional Communication: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Full-duplex client-server messaging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91865" y="2838748"/>
            <a:ext cx="33258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Event-based Messaging: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Custom events for different actions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78768" y="3281220"/>
            <a:ext cx="33337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Room Management: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Isolate workspaces for targeted broadcasting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79959" y="3743147"/>
            <a:ext cx="33337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Automatic Reconnection: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Handle dropped connections gracefully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77180" y="4312082"/>
            <a:ext cx="33337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Fallback Mechanisms: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Long-polling when WebSockets unavailable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249142" y="1733273"/>
            <a:ext cx="31750" cy="3571875"/>
          </a:xfrm>
          <a:custGeom>
            <a:avLst/>
            <a:gdLst/>
            <a:ahLst/>
            <a:cxnLst/>
            <a:rect l="l" t="t" r="r" b="b"/>
            <a:pathLst>
              <a:path w="31750" h="3571875">
                <a:moveTo>
                  <a:pt x="0" y="0"/>
                </a:moveTo>
                <a:lnTo>
                  <a:pt x="31750" y="0"/>
                </a:lnTo>
                <a:lnTo>
                  <a:pt x="317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8" name="Shape 56"/>
          <p:cNvSpPr/>
          <p:nvPr/>
        </p:nvSpPr>
        <p:spPr>
          <a:xfrm>
            <a:off x="4479330" y="1803831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71438" y="23812"/>
                </a:moveTo>
                <a:cubicBezTo>
                  <a:pt x="71438" y="17227"/>
                  <a:pt x="76758" y="11906"/>
                  <a:pt x="83344" y="11906"/>
                </a:cubicBezTo>
                <a:lnTo>
                  <a:pt x="107156" y="11906"/>
                </a:lnTo>
                <a:cubicBezTo>
                  <a:pt x="113742" y="11906"/>
                  <a:pt x="119063" y="17227"/>
                  <a:pt x="119063" y="23812"/>
                </a:cubicBezTo>
                <a:lnTo>
                  <a:pt x="119063" y="47625"/>
                </a:lnTo>
                <a:cubicBezTo>
                  <a:pt x="119063" y="54211"/>
                  <a:pt x="113742" y="59531"/>
                  <a:pt x="107156" y="59531"/>
                </a:cubicBezTo>
                <a:lnTo>
                  <a:pt x="104180" y="59531"/>
                </a:lnTo>
                <a:lnTo>
                  <a:pt x="104180" y="83344"/>
                </a:lnTo>
                <a:lnTo>
                  <a:pt x="148828" y="83344"/>
                </a:lnTo>
                <a:cubicBezTo>
                  <a:pt x="163637" y="83344"/>
                  <a:pt x="175617" y="95324"/>
                  <a:pt x="175617" y="110133"/>
                </a:cubicBezTo>
                <a:lnTo>
                  <a:pt x="175617" y="130969"/>
                </a:lnTo>
                <a:lnTo>
                  <a:pt x="178594" y="130969"/>
                </a:lnTo>
                <a:cubicBezTo>
                  <a:pt x="185179" y="130969"/>
                  <a:pt x="190500" y="136289"/>
                  <a:pt x="190500" y="142875"/>
                </a:cubicBezTo>
                <a:lnTo>
                  <a:pt x="190500" y="166688"/>
                </a:lnTo>
                <a:cubicBezTo>
                  <a:pt x="190500" y="173273"/>
                  <a:pt x="185179" y="178594"/>
                  <a:pt x="178594" y="178594"/>
                </a:cubicBezTo>
                <a:lnTo>
                  <a:pt x="154781" y="178594"/>
                </a:lnTo>
                <a:cubicBezTo>
                  <a:pt x="148196" y="178594"/>
                  <a:pt x="142875" y="173273"/>
                  <a:pt x="142875" y="166688"/>
                </a:cubicBezTo>
                <a:lnTo>
                  <a:pt x="142875" y="142875"/>
                </a:lnTo>
                <a:cubicBezTo>
                  <a:pt x="142875" y="136289"/>
                  <a:pt x="148196" y="130969"/>
                  <a:pt x="154781" y="130969"/>
                </a:cubicBezTo>
                <a:lnTo>
                  <a:pt x="157758" y="130969"/>
                </a:lnTo>
                <a:lnTo>
                  <a:pt x="157758" y="110133"/>
                </a:lnTo>
                <a:cubicBezTo>
                  <a:pt x="157758" y="105184"/>
                  <a:pt x="153777" y="101203"/>
                  <a:pt x="148828" y="101203"/>
                </a:cubicBezTo>
                <a:lnTo>
                  <a:pt x="104180" y="101203"/>
                </a:lnTo>
                <a:lnTo>
                  <a:pt x="104180" y="130969"/>
                </a:lnTo>
                <a:lnTo>
                  <a:pt x="107156" y="130969"/>
                </a:lnTo>
                <a:cubicBezTo>
                  <a:pt x="113742" y="130969"/>
                  <a:pt x="119063" y="136289"/>
                  <a:pt x="119063" y="142875"/>
                </a:cubicBezTo>
                <a:lnTo>
                  <a:pt x="119063" y="166688"/>
                </a:lnTo>
                <a:cubicBezTo>
                  <a:pt x="119063" y="173273"/>
                  <a:pt x="113742" y="178594"/>
                  <a:pt x="107156" y="178594"/>
                </a:cubicBezTo>
                <a:lnTo>
                  <a:pt x="83344" y="178594"/>
                </a:lnTo>
                <a:cubicBezTo>
                  <a:pt x="76758" y="178594"/>
                  <a:pt x="71438" y="173273"/>
                  <a:pt x="71438" y="166688"/>
                </a:cubicBezTo>
                <a:lnTo>
                  <a:pt x="71438" y="142875"/>
                </a:lnTo>
                <a:cubicBezTo>
                  <a:pt x="71438" y="136289"/>
                  <a:pt x="76758" y="130969"/>
                  <a:pt x="83344" y="130969"/>
                </a:cubicBezTo>
                <a:lnTo>
                  <a:pt x="86320" y="130969"/>
                </a:lnTo>
                <a:lnTo>
                  <a:pt x="86320" y="101203"/>
                </a:lnTo>
                <a:lnTo>
                  <a:pt x="41672" y="101203"/>
                </a:lnTo>
                <a:cubicBezTo>
                  <a:pt x="36723" y="101203"/>
                  <a:pt x="32742" y="105184"/>
                  <a:pt x="32742" y="110133"/>
                </a:cubicBezTo>
                <a:lnTo>
                  <a:pt x="32742" y="130969"/>
                </a:lnTo>
                <a:lnTo>
                  <a:pt x="35719" y="130969"/>
                </a:lnTo>
                <a:cubicBezTo>
                  <a:pt x="42304" y="130969"/>
                  <a:pt x="47625" y="136289"/>
                  <a:pt x="47625" y="142875"/>
                </a:cubicBezTo>
                <a:lnTo>
                  <a:pt x="47625" y="166688"/>
                </a:lnTo>
                <a:cubicBezTo>
                  <a:pt x="47625" y="173273"/>
                  <a:pt x="42304" y="178594"/>
                  <a:pt x="35719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lnTo>
                  <a:pt x="0" y="142875"/>
                </a:lnTo>
                <a:cubicBezTo>
                  <a:pt x="0" y="136289"/>
                  <a:pt x="5321" y="130969"/>
                  <a:pt x="11906" y="130969"/>
                </a:cubicBezTo>
                <a:lnTo>
                  <a:pt x="14883" y="130969"/>
                </a:lnTo>
                <a:lnTo>
                  <a:pt x="14883" y="110133"/>
                </a:lnTo>
                <a:cubicBezTo>
                  <a:pt x="14883" y="95324"/>
                  <a:pt x="26863" y="83344"/>
                  <a:pt x="41672" y="83344"/>
                </a:cubicBezTo>
                <a:lnTo>
                  <a:pt x="86320" y="83344"/>
                </a:lnTo>
                <a:lnTo>
                  <a:pt x="86320" y="59531"/>
                </a:lnTo>
                <a:lnTo>
                  <a:pt x="83344" y="59531"/>
                </a:lnTo>
                <a:cubicBezTo>
                  <a:pt x="76758" y="59531"/>
                  <a:pt x="71438" y="54211"/>
                  <a:pt x="71438" y="47625"/>
                </a:cubicBezTo>
                <a:lnTo>
                  <a:pt x="71438" y="23812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9" name="Text 57"/>
          <p:cNvSpPr/>
          <p:nvPr/>
        </p:nvSpPr>
        <p:spPr>
          <a:xfrm>
            <a:off x="4693642" y="1781910"/>
            <a:ext cx="3357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Client-Server Model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4490244" y="2375805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61" name="Text 59"/>
          <p:cNvSpPr/>
          <p:nvPr/>
        </p:nvSpPr>
        <p:spPr>
          <a:xfrm>
            <a:off x="4707235" y="2318455"/>
            <a:ext cx="33258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Request-Response Cycle: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HTTP protocol for communication</a:t>
            </a:r>
            <a:endParaRPr lang="en-US" sz="1600" dirty="0"/>
          </a:p>
        </p:txBody>
      </p:sp>
      <p:sp>
        <p:nvSpPr>
          <p:cNvPr id="5" name="Shape 58">
            <a:extLst>
              <a:ext uri="{FF2B5EF4-FFF2-40B4-BE49-F238E27FC236}">
                <a16:creationId xmlns:a16="http://schemas.microsoft.com/office/drawing/2014/main" id="{9BFDDB61-34A2-FC91-0962-A8229233D3C2}"/>
              </a:ext>
            </a:extLst>
          </p:cNvPr>
          <p:cNvSpPr/>
          <p:nvPr/>
        </p:nvSpPr>
        <p:spPr>
          <a:xfrm>
            <a:off x="4477275" y="2907585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6" name="Shape 58">
            <a:extLst>
              <a:ext uri="{FF2B5EF4-FFF2-40B4-BE49-F238E27FC236}">
                <a16:creationId xmlns:a16="http://schemas.microsoft.com/office/drawing/2014/main" id="{9BF518DF-5976-9F6C-E3F4-851C55ABCE04}"/>
              </a:ext>
            </a:extLst>
          </p:cNvPr>
          <p:cNvSpPr/>
          <p:nvPr/>
        </p:nvSpPr>
        <p:spPr>
          <a:xfrm>
            <a:off x="4487002" y="3569067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7" name="Shape 58">
            <a:extLst>
              <a:ext uri="{FF2B5EF4-FFF2-40B4-BE49-F238E27FC236}">
                <a16:creationId xmlns:a16="http://schemas.microsoft.com/office/drawing/2014/main" id="{0FAD9813-C020-4E68-A6CE-55ED678DB111}"/>
              </a:ext>
            </a:extLst>
          </p:cNvPr>
          <p:cNvSpPr/>
          <p:nvPr/>
        </p:nvSpPr>
        <p:spPr>
          <a:xfrm>
            <a:off x="4487000" y="3841440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8" name="Shape 58">
            <a:extLst>
              <a:ext uri="{FF2B5EF4-FFF2-40B4-BE49-F238E27FC236}">
                <a16:creationId xmlns:a16="http://schemas.microsoft.com/office/drawing/2014/main" id="{6239875C-5925-70D7-0879-502953B35722}"/>
              </a:ext>
            </a:extLst>
          </p:cNvPr>
          <p:cNvSpPr/>
          <p:nvPr/>
        </p:nvSpPr>
        <p:spPr>
          <a:xfrm>
            <a:off x="4496729" y="4191641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63" name="Text 61"/>
          <p:cNvSpPr/>
          <p:nvPr/>
        </p:nvSpPr>
        <p:spPr>
          <a:xfrm>
            <a:off x="4705449" y="2848478"/>
            <a:ext cx="33258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Separation of Concerns: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Frontend vs backend responsibilities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4729361" y="3485502"/>
            <a:ext cx="2984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Stateless Protocol: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Each request is independent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729361" y="3812731"/>
            <a:ext cx="2913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RESTful Design: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Resource-based URL patterns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4722912" y="4159414"/>
            <a:ext cx="3309938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Database Abstraction: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Server handles data persistence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98699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63500" cy="508000"/>
          </a:xfrm>
          <a:custGeom>
            <a:avLst/>
            <a:gdLst/>
            <a:ahLst/>
            <a:cxnLst/>
            <a:rect l="l" t="t" r="r" b="b"/>
            <a:pathLst>
              <a:path w="63500" h="508000">
                <a:moveTo>
                  <a:pt x="0" y="0"/>
                </a:moveTo>
                <a:lnTo>
                  <a:pt x="63500" y="0"/>
                </a:lnTo>
                <a:lnTo>
                  <a:pt x="63500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" name="Text 1"/>
          <p:cNvSpPr/>
          <p:nvPr/>
        </p:nvSpPr>
        <p:spPr>
          <a:xfrm>
            <a:off x="508000" y="381000"/>
            <a:ext cx="4730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Advantages &amp; Applications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8000" y="920750"/>
            <a:ext cx="11445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dirty="0">
                <a:solidFill>
                  <a:srgbClr val="A0AAB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Benefits and Real-World Use Cases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3850" y="1339850"/>
            <a:ext cx="5640387" cy="2266950"/>
          </a:xfrm>
          <a:custGeom>
            <a:avLst/>
            <a:gdLst/>
            <a:ahLst/>
            <a:cxnLst/>
            <a:rect l="l" t="t" r="r" b="b"/>
            <a:pathLst>
              <a:path w="5640387" h="2266950">
                <a:moveTo>
                  <a:pt x="63497" y="0"/>
                </a:moveTo>
                <a:lnTo>
                  <a:pt x="5576890" y="0"/>
                </a:lnTo>
                <a:cubicBezTo>
                  <a:pt x="5611959" y="0"/>
                  <a:pt x="5640387" y="28429"/>
                  <a:pt x="5640387" y="63497"/>
                </a:cubicBezTo>
                <a:lnTo>
                  <a:pt x="5640387" y="2203453"/>
                </a:lnTo>
                <a:cubicBezTo>
                  <a:pt x="5640388" y="2238521"/>
                  <a:pt x="5611959" y="2266950"/>
                  <a:pt x="5576890" y="2266950"/>
                </a:cubicBezTo>
                <a:lnTo>
                  <a:pt x="63497" y="2266950"/>
                </a:lnTo>
                <a:cubicBezTo>
                  <a:pt x="28429" y="2266950"/>
                  <a:pt x="0" y="2238521"/>
                  <a:pt x="0" y="2203453"/>
                </a:cubicBezTo>
                <a:lnTo>
                  <a:pt x="0" y="63497"/>
                </a:lnTo>
                <a:cubicBezTo>
                  <a:pt x="0" y="28452"/>
                  <a:pt x="28452" y="0"/>
                  <a:pt x="63497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20320">
            <a:solidFill>
              <a:srgbClr val="4DB6A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1067" y="1624009"/>
            <a:ext cx="267891" cy="238125"/>
          </a:xfrm>
          <a:custGeom>
            <a:avLst/>
            <a:gdLst/>
            <a:ahLst/>
            <a:cxnLst/>
            <a:rect l="l" t="t" r="r" b="b"/>
            <a:pathLst>
              <a:path w="267891" h="238125">
                <a:moveTo>
                  <a:pt x="22324" y="91064"/>
                </a:moveTo>
                <a:lnTo>
                  <a:pt x="119621" y="131108"/>
                </a:lnTo>
                <a:cubicBezTo>
                  <a:pt x="124178" y="132969"/>
                  <a:pt x="129015" y="133945"/>
                  <a:pt x="133945" y="133945"/>
                </a:cubicBezTo>
                <a:cubicBezTo>
                  <a:pt x="138875" y="133945"/>
                  <a:pt x="143712" y="132969"/>
                  <a:pt x="148270" y="131108"/>
                </a:cubicBezTo>
                <a:lnTo>
                  <a:pt x="261007" y="84693"/>
                </a:lnTo>
                <a:cubicBezTo>
                  <a:pt x="265193" y="82972"/>
                  <a:pt x="267891" y="78925"/>
                  <a:pt x="267891" y="74414"/>
                </a:cubicBezTo>
                <a:cubicBezTo>
                  <a:pt x="267891" y="69903"/>
                  <a:pt x="265193" y="65856"/>
                  <a:pt x="261007" y="64136"/>
                </a:cubicBezTo>
                <a:lnTo>
                  <a:pt x="148270" y="17720"/>
                </a:lnTo>
                <a:cubicBezTo>
                  <a:pt x="143712" y="15859"/>
                  <a:pt x="138875" y="14883"/>
                  <a:pt x="133945" y="14883"/>
                </a:cubicBezTo>
                <a:cubicBezTo>
                  <a:pt x="129015" y="14883"/>
                  <a:pt x="124178" y="15859"/>
                  <a:pt x="119621" y="17720"/>
                </a:cubicBezTo>
                <a:lnTo>
                  <a:pt x="6883" y="64136"/>
                </a:lnTo>
                <a:cubicBezTo>
                  <a:pt x="2698" y="65856"/>
                  <a:pt x="0" y="69903"/>
                  <a:pt x="0" y="74414"/>
                </a:cubicBezTo>
                <a:lnTo>
                  <a:pt x="0" y="212080"/>
                </a:lnTo>
                <a:cubicBezTo>
                  <a:pt x="0" y="218266"/>
                  <a:pt x="4976" y="223242"/>
                  <a:pt x="11162" y="223242"/>
                </a:cubicBezTo>
                <a:cubicBezTo>
                  <a:pt x="17348" y="223242"/>
                  <a:pt x="22324" y="218266"/>
                  <a:pt x="22324" y="212080"/>
                </a:cubicBezTo>
                <a:lnTo>
                  <a:pt x="22324" y="91064"/>
                </a:lnTo>
                <a:close/>
                <a:moveTo>
                  <a:pt x="44648" y="124411"/>
                </a:moveTo>
                <a:lnTo>
                  <a:pt x="44648" y="178594"/>
                </a:lnTo>
                <a:cubicBezTo>
                  <a:pt x="44648" y="203243"/>
                  <a:pt x="84646" y="223242"/>
                  <a:pt x="133945" y="223242"/>
                </a:cubicBezTo>
                <a:cubicBezTo>
                  <a:pt x="183245" y="223242"/>
                  <a:pt x="223242" y="203243"/>
                  <a:pt x="223242" y="178594"/>
                </a:cubicBezTo>
                <a:lnTo>
                  <a:pt x="223242" y="124365"/>
                </a:lnTo>
                <a:lnTo>
                  <a:pt x="156781" y="151758"/>
                </a:lnTo>
                <a:cubicBezTo>
                  <a:pt x="149526" y="154735"/>
                  <a:pt x="141805" y="156270"/>
                  <a:pt x="133945" y="156270"/>
                </a:cubicBezTo>
                <a:cubicBezTo>
                  <a:pt x="126085" y="156270"/>
                  <a:pt x="118365" y="154735"/>
                  <a:pt x="111109" y="151758"/>
                </a:cubicBezTo>
                <a:lnTo>
                  <a:pt x="44648" y="124365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7" name="Text 5"/>
          <p:cNvSpPr/>
          <p:nvPr/>
        </p:nvSpPr>
        <p:spPr>
          <a:xfrm>
            <a:off x="885825" y="1600197"/>
            <a:ext cx="4937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Educational Collaboration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833" y="2124072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9" name="Text 7"/>
          <p:cNvSpPr/>
          <p:nvPr/>
        </p:nvSpPr>
        <p:spPr>
          <a:xfrm>
            <a:off x="858044" y="2076447"/>
            <a:ext cx="4421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Remote Coding Classes: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Instructors demonstrate concepts in real-time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0833" y="2473322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1" name="Text 9"/>
          <p:cNvSpPr/>
          <p:nvPr/>
        </p:nvSpPr>
        <p:spPr>
          <a:xfrm>
            <a:off x="858044" y="2425697"/>
            <a:ext cx="4452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Pair Programming Assignments: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Students collaborate on group projects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0833" y="2822572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3" name="Text 11"/>
          <p:cNvSpPr/>
          <p:nvPr/>
        </p:nvSpPr>
        <p:spPr>
          <a:xfrm>
            <a:off x="858044" y="2774947"/>
            <a:ext cx="4230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Interactive Teaching: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Live coding sessions with immediate feedback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0833" y="3171822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15" name="Text 13"/>
          <p:cNvSpPr/>
          <p:nvPr/>
        </p:nvSpPr>
        <p:spPr>
          <a:xfrm>
            <a:off x="858044" y="3124197"/>
            <a:ext cx="4310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Code Reviews: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Peer learning through collaborative code examination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29350" y="1339850"/>
            <a:ext cx="5640387" cy="2266950"/>
          </a:xfrm>
          <a:custGeom>
            <a:avLst/>
            <a:gdLst/>
            <a:ahLst/>
            <a:cxnLst/>
            <a:rect l="l" t="t" r="r" b="b"/>
            <a:pathLst>
              <a:path w="5640387" h="2266950">
                <a:moveTo>
                  <a:pt x="63497" y="0"/>
                </a:moveTo>
                <a:lnTo>
                  <a:pt x="5576890" y="0"/>
                </a:lnTo>
                <a:cubicBezTo>
                  <a:pt x="5611959" y="0"/>
                  <a:pt x="5640387" y="28429"/>
                  <a:pt x="5640387" y="63497"/>
                </a:cubicBezTo>
                <a:lnTo>
                  <a:pt x="5640387" y="2203453"/>
                </a:lnTo>
                <a:cubicBezTo>
                  <a:pt x="5640388" y="2238521"/>
                  <a:pt x="5611959" y="2266950"/>
                  <a:pt x="5576890" y="2266950"/>
                </a:cubicBezTo>
                <a:lnTo>
                  <a:pt x="63497" y="2266950"/>
                </a:lnTo>
                <a:cubicBezTo>
                  <a:pt x="28429" y="2266950"/>
                  <a:pt x="0" y="2238521"/>
                  <a:pt x="0" y="2203453"/>
                </a:cubicBezTo>
                <a:lnTo>
                  <a:pt x="0" y="63497"/>
                </a:lnTo>
                <a:cubicBezTo>
                  <a:pt x="0" y="28452"/>
                  <a:pt x="28452" y="0"/>
                  <a:pt x="63497" y="0"/>
                </a:cubicBezTo>
                <a:close/>
              </a:path>
            </a:pathLst>
          </a:custGeom>
          <a:solidFill>
            <a:srgbClr val="A0AAB3">
              <a:alpha val="10196"/>
            </a:srgbClr>
          </a:solidFill>
          <a:ln w="20320">
            <a:solidFill>
              <a:srgbClr val="A0AAB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1685" y="1624009"/>
            <a:ext cx="297656" cy="238125"/>
          </a:xfrm>
          <a:custGeom>
            <a:avLst/>
            <a:gdLst/>
            <a:ahLst/>
            <a:cxnLst/>
            <a:rect l="l" t="t" r="r" b="b"/>
            <a:pathLst>
              <a:path w="297656" h="238125">
                <a:moveTo>
                  <a:pt x="148828" y="104180"/>
                </a:moveTo>
                <a:cubicBezTo>
                  <a:pt x="175524" y="104180"/>
                  <a:pt x="197197" y="82506"/>
                  <a:pt x="197197" y="55811"/>
                </a:cubicBezTo>
                <a:cubicBezTo>
                  <a:pt x="197197" y="29115"/>
                  <a:pt x="175524" y="7441"/>
                  <a:pt x="148828" y="7441"/>
                </a:cubicBezTo>
                <a:cubicBezTo>
                  <a:pt x="122132" y="7441"/>
                  <a:pt x="100459" y="29115"/>
                  <a:pt x="100459" y="55811"/>
                </a:cubicBezTo>
                <a:cubicBezTo>
                  <a:pt x="100459" y="82506"/>
                  <a:pt x="122132" y="104180"/>
                  <a:pt x="148828" y="104180"/>
                </a:cubicBezTo>
                <a:close/>
                <a:moveTo>
                  <a:pt x="44648" y="107900"/>
                </a:moveTo>
                <a:cubicBezTo>
                  <a:pt x="63130" y="107900"/>
                  <a:pt x="78135" y="92896"/>
                  <a:pt x="78135" y="74414"/>
                </a:cubicBezTo>
                <a:cubicBezTo>
                  <a:pt x="78135" y="55932"/>
                  <a:pt x="63130" y="40928"/>
                  <a:pt x="44648" y="40928"/>
                </a:cubicBezTo>
                <a:cubicBezTo>
                  <a:pt x="26167" y="40928"/>
                  <a:pt x="11162" y="55932"/>
                  <a:pt x="11162" y="74414"/>
                </a:cubicBezTo>
                <a:cubicBezTo>
                  <a:pt x="11162" y="92896"/>
                  <a:pt x="26167" y="107900"/>
                  <a:pt x="44648" y="107900"/>
                </a:cubicBezTo>
                <a:close/>
                <a:moveTo>
                  <a:pt x="0" y="193477"/>
                </a:moveTo>
                <a:lnTo>
                  <a:pt x="0" y="208359"/>
                </a:lnTo>
                <a:cubicBezTo>
                  <a:pt x="0" y="216591"/>
                  <a:pt x="6651" y="223242"/>
                  <a:pt x="14883" y="223242"/>
                </a:cubicBezTo>
                <a:lnTo>
                  <a:pt x="55206" y="223242"/>
                </a:lnTo>
                <a:cubicBezTo>
                  <a:pt x="53206" y="218684"/>
                  <a:pt x="52090" y="213661"/>
                  <a:pt x="52090" y="208359"/>
                </a:cubicBezTo>
                <a:lnTo>
                  <a:pt x="52090" y="200918"/>
                </a:lnTo>
                <a:cubicBezTo>
                  <a:pt x="52090" y="176175"/>
                  <a:pt x="61392" y="153572"/>
                  <a:pt x="76693" y="136457"/>
                </a:cubicBezTo>
                <a:cubicBezTo>
                  <a:pt x="71251" y="134829"/>
                  <a:pt x="65484" y="133945"/>
                  <a:pt x="59531" y="133945"/>
                </a:cubicBezTo>
                <a:cubicBezTo>
                  <a:pt x="26650" y="133945"/>
                  <a:pt x="0" y="160595"/>
                  <a:pt x="0" y="193477"/>
                </a:cubicBezTo>
                <a:close/>
                <a:moveTo>
                  <a:pt x="286494" y="74414"/>
                </a:moveTo>
                <a:cubicBezTo>
                  <a:pt x="286494" y="55932"/>
                  <a:pt x="271489" y="40928"/>
                  <a:pt x="253008" y="40928"/>
                </a:cubicBezTo>
                <a:cubicBezTo>
                  <a:pt x="234526" y="40928"/>
                  <a:pt x="219521" y="55932"/>
                  <a:pt x="219521" y="74414"/>
                </a:cubicBezTo>
                <a:cubicBezTo>
                  <a:pt x="219521" y="92896"/>
                  <a:pt x="234526" y="107900"/>
                  <a:pt x="253008" y="107900"/>
                </a:cubicBezTo>
                <a:cubicBezTo>
                  <a:pt x="271489" y="107900"/>
                  <a:pt x="286494" y="92896"/>
                  <a:pt x="286494" y="74414"/>
                </a:cubicBezTo>
                <a:close/>
                <a:moveTo>
                  <a:pt x="74414" y="200918"/>
                </a:moveTo>
                <a:lnTo>
                  <a:pt x="74414" y="208359"/>
                </a:lnTo>
                <a:cubicBezTo>
                  <a:pt x="74414" y="216591"/>
                  <a:pt x="81065" y="223242"/>
                  <a:pt x="89297" y="223242"/>
                </a:cubicBezTo>
                <a:lnTo>
                  <a:pt x="162223" y="223242"/>
                </a:lnTo>
                <a:cubicBezTo>
                  <a:pt x="158921" y="213196"/>
                  <a:pt x="159293" y="202592"/>
                  <a:pt x="167199" y="193477"/>
                </a:cubicBezTo>
                <a:cubicBezTo>
                  <a:pt x="160688" y="185942"/>
                  <a:pt x="157665" y="175013"/>
                  <a:pt x="161897" y="164036"/>
                </a:cubicBezTo>
                <a:cubicBezTo>
                  <a:pt x="164967" y="156083"/>
                  <a:pt x="169292" y="148642"/>
                  <a:pt x="174641" y="142038"/>
                </a:cubicBezTo>
                <a:cubicBezTo>
                  <a:pt x="177152" y="138968"/>
                  <a:pt x="180036" y="136596"/>
                  <a:pt x="183152" y="134875"/>
                </a:cubicBezTo>
                <a:cubicBezTo>
                  <a:pt x="172873" y="129527"/>
                  <a:pt x="161199" y="126504"/>
                  <a:pt x="148828" y="126504"/>
                </a:cubicBezTo>
                <a:cubicBezTo>
                  <a:pt x="107714" y="126504"/>
                  <a:pt x="74414" y="159804"/>
                  <a:pt x="74414" y="200918"/>
                </a:cubicBezTo>
                <a:close/>
                <a:moveTo>
                  <a:pt x="290494" y="180408"/>
                </a:moveTo>
                <a:cubicBezTo>
                  <a:pt x="293424" y="178733"/>
                  <a:pt x="294912" y="175245"/>
                  <a:pt x="293656" y="172036"/>
                </a:cubicBezTo>
                <a:cubicBezTo>
                  <a:pt x="291424" y="166269"/>
                  <a:pt x="288308" y="160827"/>
                  <a:pt x="284401" y="156037"/>
                </a:cubicBezTo>
                <a:cubicBezTo>
                  <a:pt x="282262" y="153386"/>
                  <a:pt x="278495" y="152921"/>
                  <a:pt x="275565" y="154642"/>
                </a:cubicBezTo>
                <a:cubicBezTo>
                  <a:pt x="265426" y="160502"/>
                  <a:pt x="252961" y="153339"/>
                  <a:pt x="252961" y="141573"/>
                </a:cubicBezTo>
                <a:cubicBezTo>
                  <a:pt x="252961" y="138178"/>
                  <a:pt x="250682" y="135155"/>
                  <a:pt x="247334" y="134643"/>
                </a:cubicBezTo>
                <a:cubicBezTo>
                  <a:pt x="241334" y="133713"/>
                  <a:pt x="234869" y="133713"/>
                  <a:pt x="228870" y="134643"/>
                </a:cubicBezTo>
                <a:cubicBezTo>
                  <a:pt x="225521" y="135155"/>
                  <a:pt x="223242" y="138178"/>
                  <a:pt x="223242" y="141573"/>
                </a:cubicBezTo>
                <a:cubicBezTo>
                  <a:pt x="223242" y="153293"/>
                  <a:pt x="210778" y="160502"/>
                  <a:pt x="200639" y="154642"/>
                </a:cubicBezTo>
                <a:cubicBezTo>
                  <a:pt x="197709" y="152967"/>
                  <a:pt x="193942" y="153432"/>
                  <a:pt x="191802" y="156037"/>
                </a:cubicBezTo>
                <a:cubicBezTo>
                  <a:pt x="187896" y="160827"/>
                  <a:pt x="184779" y="166269"/>
                  <a:pt x="182547" y="172036"/>
                </a:cubicBezTo>
                <a:cubicBezTo>
                  <a:pt x="181338" y="175199"/>
                  <a:pt x="182780" y="178687"/>
                  <a:pt x="185710" y="180361"/>
                </a:cubicBezTo>
                <a:cubicBezTo>
                  <a:pt x="195895" y="186221"/>
                  <a:pt x="195895" y="200592"/>
                  <a:pt x="185710" y="206499"/>
                </a:cubicBezTo>
                <a:cubicBezTo>
                  <a:pt x="182780" y="208173"/>
                  <a:pt x="181291" y="211661"/>
                  <a:pt x="182547" y="214824"/>
                </a:cubicBezTo>
                <a:cubicBezTo>
                  <a:pt x="184779" y="220591"/>
                  <a:pt x="187896" y="226033"/>
                  <a:pt x="191802" y="230823"/>
                </a:cubicBezTo>
                <a:cubicBezTo>
                  <a:pt x="193942" y="233474"/>
                  <a:pt x="197709" y="233939"/>
                  <a:pt x="200639" y="232218"/>
                </a:cubicBezTo>
                <a:cubicBezTo>
                  <a:pt x="210778" y="226358"/>
                  <a:pt x="223242" y="233567"/>
                  <a:pt x="223242" y="245287"/>
                </a:cubicBezTo>
                <a:cubicBezTo>
                  <a:pt x="223242" y="248682"/>
                  <a:pt x="225521" y="251706"/>
                  <a:pt x="228870" y="252217"/>
                </a:cubicBezTo>
                <a:cubicBezTo>
                  <a:pt x="234869" y="253147"/>
                  <a:pt x="241334" y="253147"/>
                  <a:pt x="247334" y="252217"/>
                </a:cubicBezTo>
                <a:cubicBezTo>
                  <a:pt x="250682" y="251706"/>
                  <a:pt x="252961" y="248682"/>
                  <a:pt x="252961" y="245287"/>
                </a:cubicBezTo>
                <a:cubicBezTo>
                  <a:pt x="252961" y="233567"/>
                  <a:pt x="265426" y="226358"/>
                  <a:pt x="275565" y="232218"/>
                </a:cubicBezTo>
                <a:cubicBezTo>
                  <a:pt x="278495" y="233893"/>
                  <a:pt x="282262" y="233428"/>
                  <a:pt x="284401" y="230823"/>
                </a:cubicBezTo>
                <a:cubicBezTo>
                  <a:pt x="288308" y="226033"/>
                  <a:pt x="291424" y="220591"/>
                  <a:pt x="293656" y="214824"/>
                </a:cubicBezTo>
                <a:cubicBezTo>
                  <a:pt x="294866" y="211661"/>
                  <a:pt x="293424" y="208173"/>
                  <a:pt x="290494" y="206499"/>
                </a:cubicBezTo>
                <a:cubicBezTo>
                  <a:pt x="280308" y="200639"/>
                  <a:pt x="280308" y="186268"/>
                  <a:pt x="290494" y="180361"/>
                </a:cubicBezTo>
                <a:close/>
                <a:moveTo>
                  <a:pt x="219521" y="193477"/>
                </a:moveTo>
                <a:cubicBezTo>
                  <a:pt x="219521" y="183209"/>
                  <a:pt x="227857" y="174873"/>
                  <a:pt x="238125" y="174873"/>
                </a:cubicBezTo>
                <a:cubicBezTo>
                  <a:pt x="248393" y="174873"/>
                  <a:pt x="256729" y="183209"/>
                  <a:pt x="256729" y="193477"/>
                </a:cubicBezTo>
                <a:cubicBezTo>
                  <a:pt x="256729" y="203744"/>
                  <a:pt x="248393" y="212080"/>
                  <a:pt x="238125" y="212080"/>
                </a:cubicBezTo>
                <a:cubicBezTo>
                  <a:pt x="227857" y="212080"/>
                  <a:pt x="219521" y="203744"/>
                  <a:pt x="219521" y="193477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18" name="Text 16"/>
          <p:cNvSpPr/>
          <p:nvPr/>
        </p:nvSpPr>
        <p:spPr>
          <a:xfrm>
            <a:off x="6791325" y="1600197"/>
            <a:ext cx="4937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Development Teams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36333" y="2124072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0" name="Text 18"/>
          <p:cNvSpPr/>
          <p:nvPr/>
        </p:nvSpPr>
        <p:spPr>
          <a:xfrm>
            <a:off x="6763544" y="2076447"/>
            <a:ext cx="4587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Distributed Team Collaboration: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Bridge geographical gaps in remote work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36333" y="2473322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2" name="Text 20"/>
          <p:cNvSpPr/>
          <p:nvPr/>
        </p:nvSpPr>
        <p:spPr>
          <a:xfrm>
            <a:off x="6763544" y="2425697"/>
            <a:ext cx="36036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Code Reviews: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Real-time feedback and quality assurance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36333" y="2822572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4" name="Text 22"/>
          <p:cNvSpPr/>
          <p:nvPr/>
        </p:nvSpPr>
        <p:spPr>
          <a:xfrm>
            <a:off x="6763544" y="2774947"/>
            <a:ext cx="4452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Real-time Debugging: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Multiple developers troubleshoot issues together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36333" y="3171822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26" name="Text 24"/>
          <p:cNvSpPr/>
          <p:nvPr/>
        </p:nvSpPr>
        <p:spPr>
          <a:xfrm>
            <a:off x="6763544" y="3124197"/>
            <a:ext cx="4294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Knowledge Sharing: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Senior developers mentor junior team members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33375" y="4635601"/>
            <a:ext cx="31750" cy="1960563"/>
          </a:xfrm>
          <a:custGeom>
            <a:avLst/>
            <a:gdLst/>
            <a:ahLst/>
            <a:cxnLst/>
            <a:rect l="l" t="t" r="r" b="b"/>
            <a:pathLst>
              <a:path w="31750" h="1960563">
                <a:moveTo>
                  <a:pt x="0" y="0"/>
                </a:moveTo>
                <a:lnTo>
                  <a:pt x="31750" y="0"/>
                </a:lnTo>
                <a:lnTo>
                  <a:pt x="31750" y="1960563"/>
                </a:lnTo>
                <a:lnTo>
                  <a:pt x="0" y="1960563"/>
                </a:lnTo>
                <a:lnTo>
                  <a:pt x="0" y="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28" name="Shape 26"/>
          <p:cNvSpPr/>
          <p:nvPr/>
        </p:nvSpPr>
        <p:spPr>
          <a:xfrm>
            <a:off x="551656" y="466725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35719" y="23812"/>
                </a:moveTo>
                <a:cubicBezTo>
                  <a:pt x="22585" y="23812"/>
                  <a:pt x="11906" y="34491"/>
                  <a:pt x="11906" y="47625"/>
                </a:cubicBezTo>
                <a:lnTo>
                  <a:pt x="11906" y="142875"/>
                </a:lnTo>
                <a:cubicBezTo>
                  <a:pt x="11906" y="156009"/>
                  <a:pt x="22585" y="166688"/>
                  <a:pt x="35719" y="166688"/>
                </a:cubicBezTo>
                <a:lnTo>
                  <a:pt x="130969" y="166688"/>
                </a:lnTo>
                <a:cubicBezTo>
                  <a:pt x="144103" y="166688"/>
                  <a:pt x="154781" y="156009"/>
                  <a:pt x="154781" y="142875"/>
                </a:cubicBezTo>
                <a:lnTo>
                  <a:pt x="154781" y="47625"/>
                </a:lnTo>
                <a:cubicBezTo>
                  <a:pt x="154781" y="34491"/>
                  <a:pt x="144103" y="23812"/>
                  <a:pt x="130969" y="23812"/>
                </a:cubicBezTo>
                <a:lnTo>
                  <a:pt x="35719" y="23812"/>
                </a:lnTo>
                <a:close/>
                <a:moveTo>
                  <a:pt x="172641" y="125016"/>
                </a:moveTo>
                <a:lnTo>
                  <a:pt x="199988" y="146893"/>
                </a:lnTo>
                <a:cubicBezTo>
                  <a:pt x="201550" y="148158"/>
                  <a:pt x="203485" y="148828"/>
                  <a:pt x="205494" y="148828"/>
                </a:cubicBezTo>
                <a:cubicBezTo>
                  <a:pt x="210369" y="148828"/>
                  <a:pt x="214313" y="144884"/>
                  <a:pt x="214313" y="140010"/>
                </a:cubicBezTo>
                <a:lnTo>
                  <a:pt x="214313" y="50490"/>
                </a:lnTo>
                <a:cubicBezTo>
                  <a:pt x="214313" y="45616"/>
                  <a:pt x="210369" y="41672"/>
                  <a:pt x="205494" y="41672"/>
                </a:cubicBezTo>
                <a:cubicBezTo>
                  <a:pt x="203485" y="41672"/>
                  <a:pt x="201550" y="42342"/>
                  <a:pt x="199988" y="43607"/>
                </a:cubicBezTo>
                <a:lnTo>
                  <a:pt x="172641" y="65484"/>
                </a:lnTo>
                <a:lnTo>
                  <a:pt x="172641" y="125016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29" name="Text 27"/>
          <p:cNvSpPr/>
          <p:nvPr/>
        </p:nvSpPr>
        <p:spPr>
          <a:xfrm>
            <a:off x="777875" y="4635601"/>
            <a:ext cx="3357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Remote Coding Sessions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54633" y="5064125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1" name="Text 29"/>
          <p:cNvSpPr/>
          <p:nvPr/>
        </p:nvSpPr>
        <p:spPr>
          <a:xfrm>
            <a:off x="756444" y="5016500"/>
            <a:ext cx="335756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Coding Interviews: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Evaluate candidates through collaborative problem-solving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477" y="5603875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36" y="5556250"/>
            <a:ext cx="331787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Hackathons: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Teams build projects together in timed events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2414" y="6143625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35" name="Text 33"/>
          <p:cNvSpPr/>
          <p:nvPr/>
        </p:nvSpPr>
        <p:spPr>
          <a:xfrm>
            <a:off x="808434" y="6096000"/>
            <a:ext cx="330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Mentoring: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Experienced developers guide newcomers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249142" y="4635601"/>
            <a:ext cx="31750" cy="1960563"/>
          </a:xfrm>
          <a:custGeom>
            <a:avLst/>
            <a:gdLst/>
            <a:ahLst/>
            <a:cxnLst/>
            <a:rect l="l" t="t" r="r" b="b"/>
            <a:pathLst>
              <a:path w="31750" h="1960563">
                <a:moveTo>
                  <a:pt x="0" y="0"/>
                </a:moveTo>
                <a:lnTo>
                  <a:pt x="31750" y="0"/>
                </a:lnTo>
                <a:lnTo>
                  <a:pt x="31750" y="1960563"/>
                </a:lnTo>
                <a:lnTo>
                  <a:pt x="0" y="1960563"/>
                </a:lnTo>
                <a:lnTo>
                  <a:pt x="0" y="0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7" name="Shape 35"/>
          <p:cNvSpPr/>
          <p:nvPr/>
        </p:nvSpPr>
        <p:spPr>
          <a:xfrm>
            <a:off x="4479330" y="4667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7625" y="119063"/>
                </a:moveTo>
                <a:lnTo>
                  <a:pt x="9116" y="119063"/>
                </a:lnTo>
                <a:cubicBezTo>
                  <a:pt x="-149" y="119063"/>
                  <a:pt x="-5842" y="108979"/>
                  <a:pt x="-1079" y="101017"/>
                </a:cubicBezTo>
                <a:lnTo>
                  <a:pt x="18604" y="68200"/>
                </a:lnTo>
                <a:cubicBezTo>
                  <a:pt x="21841" y="62805"/>
                  <a:pt x="27645" y="59531"/>
                  <a:pt x="33933" y="59531"/>
                </a:cubicBezTo>
                <a:lnTo>
                  <a:pt x="69279" y="59531"/>
                </a:lnTo>
                <a:cubicBezTo>
                  <a:pt x="97594" y="11571"/>
                  <a:pt x="139824" y="9153"/>
                  <a:pt x="168064" y="13283"/>
                </a:cubicBezTo>
                <a:cubicBezTo>
                  <a:pt x="172827" y="13990"/>
                  <a:pt x="176547" y="17711"/>
                  <a:pt x="177217" y="22436"/>
                </a:cubicBezTo>
                <a:cubicBezTo>
                  <a:pt x="181347" y="50676"/>
                  <a:pt x="178929" y="92906"/>
                  <a:pt x="130969" y="121221"/>
                </a:cubicBezTo>
                <a:lnTo>
                  <a:pt x="130969" y="156567"/>
                </a:lnTo>
                <a:cubicBezTo>
                  <a:pt x="130969" y="162855"/>
                  <a:pt x="127695" y="168659"/>
                  <a:pt x="122300" y="171896"/>
                </a:cubicBezTo>
                <a:lnTo>
                  <a:pt x="89483" y="191579"/>
                </a:lnTo>
                <a:cubicBezTo>
                  <a:pt x="81558" y="196342"/>
                  <a:pt x="71438" y="190612"/>
                  <a:pt x="71438" y="181384"/>
                </a:cubicBezTo>
                <a:lnTo>
                  <a:pt x="71438" y="142875"/>
                </a:lnTo>
                <a:cubicBezTo>
                  <a:pt x="71438" y="129741"/>
                  <a:pt x="60759" y="119063"/>
                  <a:pt x="47625" y="119063"/>
                </a:cubicBezTo>
                <a:lnTo>
                  <a:pt x="47588" y="119063"/>
                </a:lnTo>
                <a:close/>
                <a:moveTo>
                  <a:pt x="148828" y="59531"/>
                </a:moveTo>
                <a:cubicBezTo>
                  <a:pt x="148828" y="49674"/>
                  <a:pt x="140826" y="41672"/>
                  <a:pt x="130969" y="41672"/>
                </a:cubicBezTo>
                <a:cubicBezTo>
                  <a:pt x="121112" y="41672"/>
                  <a:pt x="113109" y="49674"/>
                  <a:pt x="113109" y="59531"/>
                </a:cubicBezTo>
                <a:cubicBezTo>
                  <a:pt x="113109" y="69388"/>
                  <a:pt x="121112" y="77391"/>
                  <a:pt x="130969" y="77391"/>
                </a:cubicBezTo>
                <a:cubicBezTo>
                  <a:pt x="140826" y="77391"/>
                  <a:pt x="148828" y="69388"/>
                  <a:pt x="148828" y="59531"/>
                </a:cubicBez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38" name="Text 36"/>
          <p:cNvSpPr/>
          <p:nvPr/>
        </p:nvSpPr>
        <p:spPr>
          <a:xfrm>
            <a:off x="4693642" y="4635601"/>
            <a:ext cx="3357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Productivity Enhancement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490244" y="5064125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0" name="Text 38"/>
          <p:cNvSpPr/>
          <p:nvPr/>
        </p:nvSpPr>
        <p:spPr>
          <a:xfrm>
            <a:off x="4705747" y="5016500"/>
            <a:ext cx="33258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Setup Time: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Browser-based access eliminates installation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490244" y="5603875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2" name="Text 40"/>
          <p:cNvSpPr/>
          <p:nvPr/>
        </p:nvSpPr>
        <p:spPr>
          <a:xfrm>
            <a:off x="4707533" y="5556250"/>
            <a:ext cx="332581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Reduced Context Switching: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All tools in one unified platform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482306" y="6143625"/>
            <a:ext cx="89297" cy="142875"/>
          </a:xfrm>
          <a:custGeom>
            <a:avLst/>
            <a:gdLst/>
            <a:ahLst/>
            <a:cxnLst/>
            <a:rect l="l" t="t" r="r" b="b"/>
            <a:pathLst>
              <a:path w="89297" h="142875">
                <a:moveTo>
                  <a:pt x="86813" y="65131"/>
                </a:moveTo>
                <a:cubicBezTo>
                  <a:pt x="90301" y="68619"/>
                  <a:pt x="90301" y="74284"/>
                  <a:pt x="86813" y="77772"/>
                </a:cubicBezTo>
                <a:lnTo>
                  <a:pt x="33235" y="131350"/>
                </a:lnTo>
                <a:cubicBezTo>
                  <a:pt x="29747" y="134838"/>
                  <a:pt x="24082" y="134838"/>
                  <a:pt x="20594" y="131350"/>
                </a:cubicBezTo>
                <a:cubicBezTo>
                  <a:pt x="17106" y="127862"/>
                  <a:pt x="17106" y="122197"/>
                  <a:pt x="20594" y="118709"/>
                </a:cubicBezTo>
                <a:lnTo>
                  <a:pt x="67866" y="71438"/>
                </a:lnTo>
                <a:lnTo>
                  <a:pt x="20622" y="24166"/>
                </a:lnTo>
                <a:cubicBezTo>
                  <a:pt x="17134" y="20678"/>
                  <a:pt x="17134" y="15013"/>
                  <a:pt x="20622" y="11525"/>
                </a:cubicBezTo>
                <a:cubicBezTo>
                  <a:pt x="24110" y="8037"/>
                  <a:pt x="29775" y="8037"/>
                  <a:pt x="33263" y="11525"/>
                </a:cubicBezTo>
                <a:lnTo>
                  <a:pt x="86841" y="65103"/>
                </a:lnTo>
                <a:close/>
              </a:path>
            </a:pathLst>
          </a:custGeom>
          <a:solidFill>
            <a:srgbClr val="A0AAB3"/>
          </a:solidFill>
          <a:ln/>
        </p:spPr>
      </p:sp>
      <p:sp>
        <p:nvSpPr>
          <p:cNvPr id="44" name="Text 42"/>
          <p:cNvSpPr/>
          <p:nvPr/>
        </p:nvSpPr>
        <p:spPr>
          <a:xfrm>
            <a:off x="4693246" y="6096000"/>
            <a:ext cx="33337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Instant Feedback: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Integrated execution provides immediate results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155483" y="4641951"/>
            <a:ext cx="3711575" cy="1949450"/>
          </a:xfrm>
          <a:custGeom>
            <a:avLst/>
            <a:gdLst/>
            <a:ahLst/>
            <a:cxnLst/>
            <a:rect l="l" t="t" r="r" b="b"/>
            <a:pathLst>
              <a:path w="3711575" h="1949450">
                <a:moveTo>
                  <a:pt x="63494" y="0"/>
                </a:moveTo>
                <a:lnTo>
                  <a:pt x="3648081" y="0"/>
                </a:lnTo>
                <a:cubicBezTo>
                  <a:pt x="3683148" y="0"/>
                  <a:pt x="3711575" y="28427"/>
                  <a:pt x="3711575" y="63494"/>
                </a:cubicBezTo>
                <a:lnTo>
                  <a:pt x="3711575" y="1885956"/>
                </a:lnTo>
                <a:cubicBezTo>
                  <a:pt x="3711575" y="1921023"/>
                  <a:pt x="3683148" y="1949450"/>
                  <a:pt x="3648081" y="1949450"/>
                </a:cubicBezTo>
                <a:lnTo>
                  <a:pt x="63494" y="1949450"/>
                </a:lnTo>
                <a:cubicBezTo>
                  <a:pt x="28427" y="1949450"/>
                  <a:pt x="0" y="1921023"/>
                  <a:pt x="0" y="1885956"/>
                </a:cubicBezTo>
                <a:lnTo>
                  <a:pt x="0" y="63494"/>
                </a:lnTo>
                <a:cubicBezTo>
                  <a:pt x="0" y="28451"/>
                  <a:pt x="28451" y="0"/>
                  <a:pt x="63494" y="0"/>
                </a:cubicBezTo>
                <a:close/>
              </a:path>
            </a:pathLst>
          </a:custGeom>
          <a:solidFill>
            <a:srgbClr val="4DB6AC">
              <a:alpha val="10196"/>
            </a:srgbClr>
          </a:solidFill>
          <a:ln w="20320">
            <a:solidFill>
              <a:srgbClr val="4DB6A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76147" y="4870447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30932" y="104180"/>
                </a:moveTo>
                <a:lnTo>
                  <a:pt x="59903" y="104180"/>
                </a:lnTo>
                <a:cubicBezTo>
                  <a:pt x="60982" y="128178"/>
                  <a:pt x="66303" y="150279"/>
                  <a:pt x="73856" y="166464"/>
                </a:cubicBezTo>
                <a:cubicBezTo>
                  <a:pt x="78098" y="175580"/>
                  <a:pt x="82674" y="182017"/>
                  <a:pt x="86916" y="185961"/>
                </a:cubicBezTo>
                <a:cubicBezTo>
                  <a:pt x="91083" y="189867"/>
                  <a:pt x="93948" y="190500"/>
                  <a:pt x="95436" y="190500"/>
                </a:cubicBezTo>
                <a:cubicBezTo>
                  <a:pt x="96924" y="190500"/>
                  <a:pt x="99789" y="189867"/>
                  <a:pt x="103956" y="185961"/>
                </a:cubicBezTo>
                <a:cubicBezTo>
                  <a:pt x="108198" y="182017"/>
                  <a:pt x="112775" y="175543"/>
                  <a:pt x="117016" y="166464"/>
                </a:cubicBezTo>
                <a:cubicBezTo>
                  <a:pt x="124569" y="150279"/>
                  <a:pt x="129890" y="128178"/>
                  <a:pt x="130969" y="104180"/>
                </a:cubicBezTo>
                <a:close/>
                <a:moveTo>
                  <a:pt x="59866" y="86320"/>
                </a:moveTo>
                <a:lnTo>
                  <a:pt x="130894" y="86320"/>
                </a:lnTo>
                <a:cubicBezTo>
                  <a:pt x="129853" y="62322"/>
                  <a:pt x="124532" y="40221"/>
                  <a:pt x="116979" y="24036"/>
                </a:cubicBezTo>
                <a:cubicBezTo>
                  <a:pt x="112737" y="14957"/>
                  <a:pt x="108161" y="8483"/>
                  <a:pt x="103919" y="4539"/>
                </a:cubicBezTo>
                <a:cubicBezTo>
                  <a:pt x="99752" y="633"/>
                  <a:pt x="96887" y="0"/>
                  <a:pt x="95399" y="0"/>
                </a:cubicBezTo>
                <a:cubicBezTo>
                  <a:pt x="93911" y="0"/>
                  <a:pt x="91046" y="633"/>
                  <a:pt x="86878" y="4539"/>
                </a:cubicBezTo>
                <a:cubicBezTo>
                  <a:pt x="82637" y="8483"/>
                  <a:pt x="78060" y="14957"/>
                  <a:pt x="73819" y="24036"/>
                </a:cubicBezTo>
                <a:cubicBezTo>
                  <a:pt x="66266" y="40221"/>
                  <a:pt x="60945" y="62322"/>
                  <a:pt x="59866" y="86320"/>
                </a:cubicBezTo>
                <a:close/>
                <a:moveTo>
                  <a:pt x="42007" y="86320"/>
                </a:moveTo>
                <a:cubicBezTo>
                  <a:pt x="43309" y="54471"/>
                  <a:pt x="51532" y="24892"/>
                  <a:pt x="63550" y="5469"/>
                </a:cubicBezTo>
                <a:cubicBezTo>
                  <a:pt x="29282" y="17599"/>
                  <a:pt x="4056" y="48816"/>
                  <a:pt x="558" y="86320"/>
                </a:cubicBezTo>
                <a:lnTo>
                  <a:pt x="42007" y="86320"/>
                </a:lnTo>
                <a:close/>
                <a:moveTo>
                  <a:pt x="558" y="104180"/>
                </a:moveTo>
                <a:cubicBezTo>
                  <a:pt x="4056" y="141684"/>
                  <a:pt x="29282" y="172901"/>
                  <a:pt x="63550" y="185031"/>
                </a:cubicBezTo>
                <a:cubicBezTo>
                  <a:pt x="51532" y="165608"/>
                  <a:pt x="43309" y="136029"/>
                  <a:pt x="42007" y="104180"/>
                </a:cubicBezTo>
                <a:lnTo>
                  <a:pt x="558" y="104180"/>
                </a:lnTo>
                <a:close/>
                <a:moveTo>
                  <a:pt x="148791" y="104180"/>
                </a:moveTo>
                <a:cubicBezTo>
                  <a:pt x="147489" y="136029"/>
                  <a:pt x="139266" y="165608"/>
                  <a:pt x="127248" y="185031"/>
                </a:cubicBezTo>
                <a:cubicBezTo>
                  <a:pt x="161516" y="172864"/>
                  <a:pt x="186742" y="141684"/>
                  <a:pt x="190240" y="104180"/>
                </a:cubicBezTo>
                <a:lnTo>
                  <a:pt x="148791" y="104180"/>
                </a:lnTo>
                <a:close/>
                <a:moveTo>
                  <a:pt x="190240" y="86320"/>
                </a:moveTo>
                <a:cubicBezTo>
                  <a:pt x="186742" y="48816"/>
                  <a:pt x="161516" y="17599"/>
                  <a:pt x="127248" y="5469"/>
                </a:cubicBezTo>
                <a:cubicBezTo>
                  <a:pt x="139266" y="24892"/>
                  <a:pt x="147489" y="54471"/>
                  <a:pt x="148791" y="86320"/>
                </a:cubicBezTo>
                <a:lnTo>
                  <a:pt x="190240" y="86320"/>
                </a:ln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7" name="Text 45"/>
          <p:cNvSpPr/>
          <p:nvPr/>
        </p:nvSpPr>
        <p:spPr>
          <a:xfrm>
            <a:off x="8590459" y="4838798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Advantages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8381108" y="5267322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25016" h="142875">
                <a:moveTo>
                  <a:pt x="121332" y="19562"/>
                </a:moveTo>
                <a:cubicBezTo>
                  <a:pt x="125323" y="22464"/>
                  <a:pt x="126216" y="28045"/>
                  <a:pt x="123313" y="32035"/>
                </a:cubicBezTo>
                <a:lnTo>
                  <a:pt x="51876" y="130262"/>
                </a:lnTo>
                <a:cubicBezTo>
                  <a:pt x="50341" y="132383"/>
                  <a:pt x="47969" y="133694"/>
                  <a:pt x="45346" y="133917"/>
                </a:cubicBezTo>
                <a:cubicBezTo>
                  <a:pt x="42723" y="134141"/>
                  <a:pt x="40184" y="133164"/>
                  <a:pt x="38342" y="131322"/>
                </a:cubicBezTo>
                <a:lnTo>
                  <a:pt x="2623" y="95603"/>
                </a:lnTo>
                <a:cubicBezTo>
                  <a:pt x="-865" y="92115"/>
                  <a:pt x="-865" y="86451"/>
                  <a:pt x="2623" y="82962"/>
                </a:cubicBezTo>
                <a:cubicBezTo>
                  <a:pt x="6111" y="79474"/>
                  <a:pt x="11776" y="79474"/>
                  <a:pt x="15264" y="82962"/>
                </a:cubicBezTo>
                <a:lnTo>
                  <a:pt x="43588" y="111286"/>
                </a:lnTo>
                <a:lnTo>
                  <a:pt x="108886" y="21515"/>
                </a:lnTo>
                <a:cubicBezTo>
                  <a:pt x="111789" y="17525"/>
                  <a:pt x="117370" y="16632"/>
                  <a:pt x="121360" y="19534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49" name="Text 47"/>
          <p:cNvSpPr/>
          <p:nvPr/>
        </p:nvSpPr>
        <p:spPr>
          <a:xfrm>
            <a:off x="8626178" y="5219697"/>
            <a:ext cx="2563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Accessibility: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Any device with a browser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381108" y="5584822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25016" h="142875">
                <a:moveTo>
                  <a:pt x="121332" y="19562"/>
                </a:moveTo>
                <a:cubicBezTo>
                  <a:pt x="125323" y="22464"/>
                  <a:pt x="126216" y="28045"/>
                  <a:pt x="123313" y="32035"/>
                </a:cubicBezTo>
                <a:lnTo>
                  <a:pt x="51876" y="130262"/>
                </a:lnTo>
                <a:cubicBezTo>
                  <a:pt x="50341" y="132383"/>
                  <a:pt x="47969" y="133694"/>
                  <a:pt x="45346" y="133917"/>
                </a:cubicBezTo>
                <a:cubicBezTo>
                  <a:pt x="42723" y="134141"/>
                  <a:pt x="40184" y="133164"/>
                  <a:pt x="38342" y="131322"/>
                </a:cubicBezTo>
                <a:lnTo>
                  <a:pt x="2623" y="95603"/>
                </a:lnTo>
                <a:cubicBezTo>
                  <a:pt x="-865" y="92115"/>
                  <a:pt x="-865" y="86451"/>
                  <a:pt x="2623" y="82962"/>
                </a:cubicBezTo>
                <a:cubicBezTo>
                  <a:pt x="6111" y="79474"/>
                  <a:pt x="11776" y="79474"/>
                  <a:pt x="15264" y="82962"/>
                </a:cubicBezTo>
                <a:lnTo>
                  <a:pt x="43588" y="111286"/>
                </a:lnTo>
                <a:lnTo>
                  <a:pt x="108886" y="21515"/>
                </a:lnTo>
                <a:cubicBezTo>
                  <a:pt x="111789" y="17525"/>
                  <a:pt x="117370" y="16632"/>
                  <a:pt x="121360" y="19534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1" name="Text 49"/>
          <p:cNvSpPr/>
          <p:nvPr/>
        </p:nvSpPr>
        <p:spPr>
          <a:xfrm>
            <a:off x="8626178" y="5537197"/>
            <a:ext cx="2174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Real-time: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Instant synchronization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381108" y="5902322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25016" h="142875">
                <a:moveTo>
                  <a:pt x="121332" y="19562"/>
                </a:moveTo>
                <a:cubicBezTo>
                  <a:pt x="125323" y="22464"/>
                  <a:pt x="126216" y="28045"/>
                  <a:pt x="123313" y="32035"/>
                </a:cubicBezTo>
                <a:lnTo>
                  <a:pt x="51876" y="130262"/>
                </a:lnTo>
                <a:cubicBezTo>
                  <a:pt x="50341" y="132383"/>
                  <a:pt x="47969" y="133694"/>
                  <a:pt x="45346" y="133917"/>
                </a:cubicBezTo>
                <a:cubicBezTo>
                  <a:pt x="42723" y="134141"/>
                  <a:pt x="40184" y="133164"/>
                  <a:pt x="38342" y="131322"/>
                </a:cubicBezTo>
                <a:lnTo>
                  <a:pt x="2623" y="95603"/>
                </a:lnTo>
                <a:cubicBezTo>
                  <a:pt x="-865" y="92115"/>
                  <a:pt x="-865" y="86451"/>
                  <a:pt x="2623" y="82962"/>
                </a:cubicBezTo>
                <a:cubicBezTo>
                  <a:pt x="6111" y="79474"/>
                  <a:pt x="11776" y="79474"/>
                  <a:pt x="15264" y="82962"/>
                </a:cubicBezTo>
                <a:lnTo>
                  <a:pt x="43588" y="111286"/>
                </a:lnTo>
                <a:lnTo>
                  <a:pt x="108886" y="21515"/>
                </a:lnTo>
                <a:cubicBezTo>
                  <a:pt x="111789" y="17525"/>
                  <a:pt x="117370" y="16632"/>
                  <a:pt x="121360" y="19534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3" name="Text 51"/>
          <p:cNvSpPr/>
          <p:nvPr/>
        </p:nvSpPr>
        <p:spPr>
          <a:xfrm>
            <a:off x="8626178" y="5854697"/>
            <a:ext cx="2786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Collaborative: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Multiple users simultaneously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381108" y="6219822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25016" h="142875">
                <a:moveTo>
                  <a:pt x="121332" y="19562"/>
                </a:moveTo>
                <a:cubicBezTo>
                  <a:pt x="125323" y="22464"/>
                  <a:pt x="126216" y="28045"/>
                  <a:pt x="123313" y="32035"/>
                </a:cubicBezTo>
                <a:lnTo>
                  <a:pt x="51876" y="130262"/>
                </a:lnTo>
                <a:cubicBezTo>
                  <a:pt x="50341" y="132383"/>
                  <a:pt x="47969" y="133694"/>
                  <a:pt x="45346" y="133917"/>
                </a:cubicBezTo>
                <a:cubicBezTo>
                  <a:pt x="42723" y="134141"/>
                  <a:pt x="40184" y="133164"/>
                  <a:pt x="38342" y="131322"/>
                </a:cubicBezTo>
                <a:lnTo>
                  <a:pt x="2623" y="95603"/>
                </a:lnTo>
                <a:cubicBezTo>
                  <a:pt x="-865" y="92115"/>
                  <a:pt x="-865" y="86451"/>
                  <a:pt x="2623" y="82962"/>
                </a:cubicBezTo>
                <a:cubicBezTo>
                  <a:pt x="6111" y="79474"/>
                  <a:pt x="11776" y="79474"/>
                  <a:pt x="15264" y="82962"/>
                </a:cubicBezTo>
                <a:lnTo>
                  <a:pt x="43588" y="111286"/>
                </a:lnTo>
                <a:lnTo>
                  <a:pt x="108886" y="21515"/>
                </a:lnTo>
                <a:cubicBezTo>
                  <a:pt x="111789" y="17525"/>
                  <a:pt x="117370" y="16632"/>
                  <a:pt x="121360" y="19534"/>
                </a:cubicBezTo>
                <a:close/>
              </a:path>
            </a:pathLst>
          </a:custGeom>
          <a:solidFill>
            <a:srgbClr val="4DB6AC"/>
          </a:solidFill>
          <a:ln/>
        </p:spPr>
      </p:sp>
      <p:sp>
        <p:nvSpPr>
          <p:cNvPr id="55" name="Text 53"/>
          <p:cNvSpPr/>
          <p:nvPr/>
        </p:nvSpPr>
        <p:spPr>
          <a:xfrm>
            <a:off x="8626178" y="6172197"/>
            <a:ext cx="2516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Integrated:</a:t>
            </a:r>
            <a:r>
              <a:rPr lang="en-US" sz="1125" dirty="0">
                <a:solidFill>
                  <a:srgbClr val="EAEA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Edit, run, debug in one place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52BF3B39-97B8-3124-EB27-5DB1ABB158BC}"/>
              </a:ext>
            </a:extLst>
          </p:cNvPr>
          <p:cNvSpPr/>
          <p:nvPr/>
        </p:nvSpPr>
        <p:spPr>
          <a:xfrm>
            <a:off x="3617165" y="2492225"/>
            <a:ext cx="261520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7200" b="1" dirty="0">
                <a:solidFill>
                  <a:srgbClr val="4DB6A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</a:t>
            </a:r>
            <a:endParaRPr lang="en-US" sz="1600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0DD3CC40-F639-323F-3D36-A4A30D8B9DE6}"/>
              </a:ext>
            </a:extLst>
          </p:cNvPr>
          <p:cNvSpPr/>
          <p:nvPr/>
        </p:nvSpPr>
        <p:spPr>
          <a:xfrm>
            <a:off x="6113088" y="2510385"/>
            <a:ext cx="2806303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720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You </a:t>
            </a:r>
            <a:r>
              <a:rPr lang="en-US" sz="7200" b="1" dirty="0">
                <a:solidFill>
                  <a:srgbClr val="A0AAB3"/>
                </a:solidFill>
                <a:latin typeface="Liter" pitchFamily="34" charset="0"/>
                <a:ea typeface="Liter" pitchFamily="34" charset="-122"/>
                <a:cs typeface="Liter" pitchFamily="34" charset="-120"/>
                <a:sym typeface="Wingdings" panose="05000000000000000000" pitchFamily="2" charset="2"/>
              </a:rPr>
              <a:t>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8331190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1701</Words>
  <Application>Microsoft Office PowerPoint</Application>
  <PresentationFormat>Widescreen</PresentationFormat>
  <Paragraphs>288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Liter</vt:lpstr>
      <vt:lpstr>Quattrocento 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CodeVerse: A Real-Time Collaborative Code Editor</dc:title>
  <dc:subject>CodeVerse: A Real-Time Collaborative Code Editor</dc:subject>
  <dc:creator>Kimi</dc:creator>
  <cp:lastModifiedBy>Ishan Agrawal</cp:lastModifiedBy>
  <cp:revision>5</cp:revision>
  <dcterms:created xsi:type="dcterms:W3CDTF">2026-01-24T14:29:09Z</dcterms:created>
  <dcterms:modified xsi:type="dcterms:W3CDTF">2026-01-27T17:29:29Z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{"Label":"CodeVerse: A Real-Time Collaborative Code Editor","ContentProducer":"001191110108MACG2KBH8F10000","ProduceID":"19bf05fb-ab52-816f-8000-000027790ebc","ReservedCode1":"","ContentPropagator":"001191110108MACG2KBH8F20000","PropagateID":"19bf05fb-ab52-816f-8000-000027790ebc","ReservedCode2":""}</vt:lpwstr>
  </property>
</Properties>
</file>